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03" r:id="rId4"/>
  </p:sldMasterIdLst>
  <p:notesMasterIdLst>
    <p:notesMasterId r:id="rId8"/>
  </p:notesMasterIdLst>
  <p:handoutMasterIdLst>
    <p:handoutMasterId r:id="rId9"/>
  </p:handoutMasterIdLst>
  <p:sldIdLst>
    <p:sldId id="4176" r:id="rId5"/>
    <p:sldId id="2147479031" r:id="rId6"/>
    <p:sldId id="2147479032" r:id="rId7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1219169" rtl="0" fontAlgn="auto" latinLnBrk="0" hangingPunct="0">
      <a:lnSpc>
        <a:spcPct val="90000"/>
      </a:lnSpc>
      <a:spcBef>
        <a:spcPts val="22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5252"/>
    <a:srgbClr val="FFFFFF"/>
    <a:srgbClr val="92D050"/>
    <a:srgbClr val="00163E"/>
    <a:srgbClr val="00285A"/>
    <a:srgbClr val="000864"/>
    <a:srgbClr val="2872C5"/>
    <a:srgbClr val="00C7FD"/>
    <a:srgbClr val="0068B5"/>
    <a:srgbClr val="004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D2C19-1D9B-4332-9ABD-F8326F1BB337}" v="8" dt="2026-07-21T21:41:38.76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Nunez, Luisalberto" userId="014ff526-306e-4186-85a2-18bfa2fedba8" providerId="ADAL" clId="{2ABBC077-1202-48EC-B942-9FCCD8DDB0EA}"/>
    <pc:docChg chg="undo custSel addSld delSld modSld delMainMaster">
      <pc:chgData name="Murillo Nunez, Luisalberto" userId="014ff526-306e-4186-85a2-18bfa2fedba8" providerId="ADAL" clId="{2ABBC077-1202-48EC-B942-9FCCD8DDB0EA}" dt="2026-07-21T21:44:41.566" v="3091" actId="6549"/>
      <pc:docMkLst>
        <pc:docMk/>
      </pc:docMkLst>
      <pc:sldChg chg="addSp delSp modSp mod">
        <pc:chgData name="Murillo Nunez, Luisalberto" userId="014ff526-306e-4186-85a2-18bfa2fedba8" providerId="ADAL" clId="{2ABBC077-1202-48EC-B942-9FCCD8DDB0EA}" dt="2026-07-21T21:44:41.566" v="3091" actId="6549"/>
        <pc:sldMkLst>
          <pc:docMk/>
          <pc:sldMk cId="1205424577" sldId="2147479031"/>
        </pc:sldMkLst>
        <pc:spChg chg="mod">
          <ac:chgData name="Murillo Nunez, Luisalberto" userId="014ff526-306e-4186-85a2-18bfa2fedba8" providerId="ADAL" clId="{2ABBC077-1202-48EC-B942-9FCCD8DDB0EA}" dt="2026-07-21T21:44:41.566" v="3091" actId="6549"/>
          <ac:spMkLst>
            <pc:docMk/>
            <pc:sldMk cId="1205424577" sldId="2147479031"/>
            <ac:spMk id="36" creationId="{99859DD2-24C6-02A1-4DE5-177D3819920F}"/>
          </ac:spMkLst>
        </pc:spChg>
        <pc:spChg chg="mod">
          <ac:chgData name="Murillo Nunez, Luisalberto" userId="014ff526-306e-4186-85a2-18bfa2fedba8" providerId="ADAL" clId="{2ABBC077-1202-48EC-B942-9FCCD8DDB0EA}" dt="2026-07-21T21:38:18.442" v="2861" actId="20577"/>
          <ac:spMkLst>
            <pc:docMk/>
            <pc:sldMk cId="1205424577" sldId="2147479031"/>
            <ac:spMk id="57" creationId="{A1B53866-B716-9BEB-C7C0-F2B817EE2687}"/>
          </ac:spMkLst>
        </pc:spChg>
        <pc:spChg chg="mod">
          <ac:chgData name="Murillo Nunez, Luisalberto" userId="014ff526-306e-4186-85a2-18bfa2fedba8" providerId="ADAL" clId="{2ABBC077-1202-48EC-B942-9FCCD8DDB0EA}" dt="2026-07-21T21:35:54.336" v="2856" actId="404"/>
          <ac:spMkLst>
            <pc:docMk/>
            <pc:sldMk cId="1205424577" sldId="2147479031"/>
            <ac:spMk id="76" creationId="{152B809B-4999-D370-569B-538B9A4AD219}"/>
          </ac:spMkLst>
        </pc:spChg>
        <pc:graphicFrameChg chg="add del mod">
          <ac:chgData name="Murillo Nunez, Luisalberto" userId="014ff526-306e-4186-85a2-18bfa2fedba8" providerId="ADAL" clId="{2ABBC077-1202-48EC-B942-9FCCD8DDB0EA}" dt="2026-07-21T21:24:57.019" v="2559" actId="478"/>
          <ac:graphicFrameMkLst>
            <pc:docMk/>
            <pc:sldMk cId="1205424577" sldId="2147479031"/>
            <ac:graphicFrameMk id="7" creationId="{3FF166A1-F116-60A7-35C6-6CA15B898703}"/>
          </ac:graphicFrameMkLst>
        </pc:graphicFrameChg>
      </pc:sldChg>
      <pc:sldChg chg="addSp delSp modSp new mod">
        <pc:chgData name="Murillo Nunez, Luisalberto" userId="014ff526-306e-4186-85a2-18bfa2fedba8" providerId="ADAL" clId="{2ABBC077-1202-48EC-B942-9FCCD8DDB0EA}" dt="2026-07-21T21:32:57.786" v="2844" actId="179"/>
        <pc:sldMkLst>
          <pc:docMk/>
          <pc:sldMk cId="3278280256" sldId="2147479032"/>
        </pc:sldMkLst>
        <pc:spChg chg="del">
          <ac:chgData name="Murillo Nunez, Luisalberto" userId="014ff526-306e-4186-85a2-18bfa2fedba8" providerId="ADAL" clId="{2ABBC077-1202-48EC-B942-9FCCD8DDB0EA}" dt="2026-07-21T21:29:51.344" v="2635" actId="478"/>
          <ac:spMkLst>
            <pc:docMk/>
            <pc:sldMk cId="3278280256" sldId="2147479032"/>
            <ac:spMk id="2" creationId="{730B210F-E258-108C-E3AF-761CB40F4128}"/>
          </ac:spMkLst>
        </pc:spChg>
        <pc:spChg chg="add mod">
          <ac:chgData name="Murillo Nunez, Luisalberto" userId="014ff526-306e-4186-85a2-18bfa2fedba8" providerId="ADAL" clId="{2ABBC077-1202-48EC-B942-9FCCD8DDB0EA}" dt="2026-07-21T21:32:57.786" v="2844" actId="179"/>
          <ac:spMkLst>
            <pc:docMk/>
            <pc:sldMk cId="3278280256" sldId="2147479032"/>
            <ac:spMk id="4" creationId="{AA60A97D-29FC-D4CB-4AA1-1DDB5203BBF7}"/>
          </ac:spMkLst>
        </pc:spChg>
        <pc:graphicFrameChg chg="add del mod">
          <ac:chgData name="Murillo Nunez, Luisalberto" userId="014ff526-306e-4186-85a2-18bfa2fedba8" providerId="ADAL" clId="{2ABBC077-1202-48EC-B942-9FCCD8DDB0EA}" dt="2026-07-21T21:29:42.326" v="2633" actId="478"/>
          <ac:graphicFrameMkLst>
            <pc:docMk/>
            <pc:sldMk cId="3278280256" sldId="2147479032"/>
            <ac:graphicFrameMk id="3" creationId="{C7463D02-B504-8A40-C5BA-971AF27DCE5F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85003499999999999"/>
        </c:manualLayout>
      </c:layout>
      <c:pieChart>
        <c:varyColors val="0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4.1227E-2"/>
          <c:y val="0.95121999999999995"/>
          <c:w val="0.91754599999999997"/>
          <c:h val="4.8779599999999999E-2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1800" b="0" i="0" u="none" strike="noStrike">
              <a:solidFill>
                <a:srgbClr val="000000"/>
              </a:solidFill>
              <a:latin typeface="Intel Clear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0000000000000001E-3"/>
          <c:y val="5.0000000000000001E-3"/>
          <c:w val="0.99"/>
          <c:h val="0.85003499999999999"/>
        </c:manualLayout>
      </c:layout>
      <c:pieChart>
        <c:varyColors val="0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4.1227E-2"/>
          <c:y val="0.95121999999999995"/>
          <c:w val="0.91754599999999997"/>
          <c:h val="4.8779599999999999E-2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1800" b="0" i="0" u="none" strike="noStrike">
              <a:solidFill>
                <a:srgbClr val="000000"/>
              </a:solidFill>
              <a:latin typeface="Intel Clear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A553E8-0470-1349-956C-3CB1869458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67CBD2-00E1-E94C-B4F0-37C39C209DC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0B726A-C477-6444-83BF-F1538D69AD12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C31E5-3BC8-F849-AC60-6FCBD80D554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1290B-DD02-C147-B1CC-37C02F331D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DCDB93-7126-8142-8B95-E87AEC4837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22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Shape 1055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56" name="Shape 105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1pPr>
    <a:lvl2pPr indent="1143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2pPr>
    <a:lvl3pPr indent="2286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3pPr>
    <a:lvl4pPr indent="3429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4pPr>
    <a:lvl5pPr indent="4572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5pPr>
    <a:lvl6pPr indent="5715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6pPr>
    <a:lvl7pPr indent="6858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7pPr>
    <a:lvl8pPr indent="8001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8pPr>
    <a:lvl9pPr indent="914400" defTabSz="228600" latinLnBrk="0">
      <a:lnSpc>
        <a:spcPct val="117999"/>
      </a:lnSpc>
      <a:defRPr sz="11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70AB7-141C-9DD2-94C4-DF2616AE4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>
            <a:extLst>
              <a:ext uri="{FF2B5EF4-FFF2-40B4-BE49-F238E27FC236}">
                <a16:creationId xmlns:a16="http://schemas.microsoft.com/office/drawing/2014/main" id="{7A724B59-D1CA-2404-FD10-A5CC87ED59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39C498-A80C-400E-9BEF-F4184D6334A8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50179" name="Rectangle 7">
            <a:extLst>
              <a:ext uri="{FF2B5EF4-FFF2-40B4-BE49-F238E27FC236}">
                <a16:creationId xmlns:a16="http://schemas.microsoft.com/office/drawing/2014/main" id="{E2CCD77F-8010-C049-4A50-A2B1ED21EF70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83A5B0-ED20-4C76-9D6B-1693AD379C34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50180" name="Rectangle 2">
            <a:extLst>
              <a:ext uri="{FF2B5EF4-FFF2-40B4-BE49-F238E27FC236}">
                <a16:creationId xmlns:a16="http://schemas.microsoft.com/office/drawing/2014/main" id="{828B2561-DDE7-E648-7082-A68ADD45F7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81" name="Rectangle 3">
            <a:extLst>
              <a:ext uri="{FF2B5EF4-FFF2-40B4-BE49-F238E27FC236}">
                <a16:creationId xmlns:a16="http://schemas.microsoft.com/office/drawing/2014/main" id="{1CF1CC0E-E142-E0AB-CE70-B4765D26B1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8144127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Blue 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5FC583A-D4AF-2547-6DBE-33EB57769882}"/>
              </a:ext>
            </a:extLst>
          </p:cNvPr>
          <p:cNvSpPr/>
          <p:nvPr userDrawn="1"/>
        </p:nvSpPr>
        <p:spPr>
          <a:xfrm>
            <a:off x="3223" y="0"/>
            <a:ext cx="12185554" cy="6858000"/>
          </a:xfrm>
          <a:prstGeom prst="rect">
            <a:avLst/>
          </a:prstGeom>
          <a:blipFill dpi="0" rotWithShape="1">
            <a:blip r:embed="rId2">
              <a:alphaModFix amt="58000"/>
            </a:blip>
            <a:srcRect/>
            <a:stretch>
              <a:fillRect/>
            </a:stretch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4" name="Rectangle"/>
          <p:cNvSpPr/>
          <p:nvPr userDrawn="1"/>
        </p:nvSpPr>
        <p:spPr>
          <a:xfrm>
            <a:off x="1406103" y="1530399"/>
            <a:ext cx="9340234" cy="379140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31" name="Title Text">
            <a:extLst>
              <a:ext uri="{FF2B5EF4-FFF2-40B4-BE49-F238E27FC236}">
                <a16:creationId xmlns:a16="http://schemas.microsoft.com/office/drawing/2014/main" id="{89FD31ED-4225-F549-987B-028F84979F8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759948" y="2793260"/>
            <a:ext cx="8620185" cy="1956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7000">
                <a:solidFill>
                  <a:schemeClr val="tx1"/>
                </a:solidFill>
              </a:defRPr>
            </a:lvl1pPr>
          </a:lstStyle>
          <a:p>
            <a:r>
              <a:rPr lang="en-US"/>
              <a:t>70pt IntelOne Display </a:t>
            </a:r>
            <a:br>
              <a:rPr lang="en-US"/>
            </a:br>
            <a:r>
              <a:rPr lang="en-US"/>
              <a:t>Regular 2 Rows Title</a:t>
            </a:r>
            <a:endParaRPr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5379059-B28C-483A-9CD1-B3EB81874AE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66676" y="2411084"/>
            <a:ext cx="8620125" cy="304800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rgbClr val="00C7FD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</a:defRPr>
            </a:lvl1pPr>
          </a:lstStyle>
          <a:p>
            <a:r>
              <a:rPr lang="en-US"/>
              <a:t>16pt IntelOne Display Medium Intro Text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BEFC1083-9176-4B55-B8AB-9F31A213ED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759948" y="4799255"/>
            <a:ext cx="8620185" cy="326776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+mj-lt"/>
                <a:ea typeface="Intel Clear" panose="020B0604020203020204" pitchFamily="34" charset="0"/>
                <a:cs typeface="Intel Clear" panose="020B0604020203020204" pitchFamily="34" charset="0"/>
              </a:defRPr>
            </a:lvl1pPr>
          </a:lstStyle>
          <a:p>
            <a:r>
              <a:rPr lang="en-US"/>
              <a:t>18pt IntelOne Display Regular Subhead, Date, 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105E9B2-E6D2-4605-9DB3-41682648B795}"/>
              </a:ext>
            </a:extLst>
          </p:cNvPr>
          <p:cNvGrpSpPr/>
          <p:nvPr userDrawn="1"/>
        </p:nvGrpSpPr>
        <p:grpSpPr>
          <a:xfrm>
            <a:off x="513763" y="4883376"/>
            <a:ext cx="1952093" cy="1440046"/>
            <a:chOff x="576067" y="4952474"/>
            <a:chExt cx="1952093" cy="1440046"/>
          </a:xfrm>
        </p:grpSpPr>
        <p:sp>
          <p:nvSpPr>
            <p:cNvPr id="80" name="Square"/>
            <p:cNvSpPr/>
            <p:nvPr/>
          </p:nvSpPr>
          <p:spPr>
            <a:xfrm>
              <a:off x="861107" y="5390896"/>
              <a:ext cx="607299" cy="607299"/>
            </a:xfrm>
            <a:prstGeom prst="rect">
              <a:avLst/>
            </a:prstGeom>
            <a:solidFill>
              <a:schemeClr val="accent1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ctr" defTabSz="41275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26FC5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600"/>
            </a:p>
          </p:txBody>
        </p:sp>
        <p:sp>
          <p:nvSpPr>
            <p:cNvPr id="81" name="Rectangle"/>
            <p:cNvSpPr/>
            <p:nvPr/>
          </p:nvSpPr>
          <p:spPr>
            <a:xfrm>
              <a:off x="576067" y="5108797"/>
              <a:ext cx="286654" cy="282073"/>
            </a:xfrm>
            <a:prstGeom prst="rect">
              <a:avLst/>
            </a:prstGeom>
            <a:solidFill>
              <a:srgbClr val="00C7FD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ctr" defTabSz="41275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26FC5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600"/>
            </a:p>
          </p:txBody>
        </p:sp>
        <p:sp>
          <p:nvSpPr>
            <p:cNvPr id="82" name="Square"/>
            <p:cNvSpPr/>
            <p:nvPr/>
          </p:nvSpPr>
          <p:spPr>
            <a:xfrm>
              <a:off x="861107" y="4952474"/>
              <a:ext cx="157461" cy="157461"/>
            </a:xfrm>
            <a:prstGeom prst="rect">
              <a:avLst/>
            </a:prstGeom>
            <a:solidFill>
              <a:schemeClr val="accent1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ctr" defTabSz="41275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26FC5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60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98DF977-78B3-4C00-9E43-1223CD667932}"/>
                </a:ext>
              </a:extLst>
            </p:cNvPr>
            <p:cNvGrpSpPr/>
            <p:nvPr userDrawn="1"/>
          </p:nvGrpSpPr>
          <p:grpSpPr>
            <a:xfrm>
              <a:off x="1468406" y="5995719"/>
              <a:ext cx="1059754" cy="396801"/>
              <a:chOff x="1314450" y="6391094"/>
              <a:chExt cx="1123377" cy="420623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78F73C8D-05B1-4270-85FA-B1FD37A25A06}"/>
                  </a:ext>
                </a:extLst>
              </p:cNvPr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avLst/>
                <a:gdLst>
                  <a:gd name="connsiteX0" fmla="*/ 0 w 78581"/>
                  <a:gd name="connsiteY0" fmla="*/ 0 h 78581"/>
                  <a:gd name="connsiteX1" fmla="*/ 78581 w 78581"/>
                  <a:gd name="connsiteY1" fmla="*/ 0 h 78581"/>
                  <a:gd name="connsiteX2" fmla="*/ 78581 w 78581"/>
                  <a:gd name="connsiteY2" fmla="*/ 78581 h 78581"/>
                  <a:gd name="connsiteX3" fmla="*/ 0 w 78581"/>
                  <a:gd name="connsiteY3" fmla="*/ 78581 h 78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581" h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FC6580CA-6E37-4F04-8FAD-D6491FEE8CE6}"/>
                  </a:ext>
                </a:extLst>
              </p:cNvPr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avLst/>
                <a:gdLst>
                  <a:gd name="connsiteX0" fmla="*/ 74486 w 995171"/>
                  <a:gd name="connsiteY0" fmla="*/ 131921 h 420623"/>
                  <a:gd name="connsiteX1" fmla="*/ 0 w 995171"/>
                  <a:gd name="connsiteY1" fmla="*/ 131921 h 420623"/>
                  <a:gd name="connsiteX2" fmla="*/ 0 w 995171"/>
                  <a:gd name="connsiteY2" fmla="*/ 414719 h 420623"/>
                  <a:gd name="connsiteX3" fmla="*/ 74486 w 995171"/>
                  <a:gd name="connsiteY3" fmla="*/ 414719 h 420623"/>
                  <a:gd name="connsiteX4" fmla="*/ 74486 w 995171"/>
                  <a:gd name="connsiteY4" fmla="*/ 131921 h 420623"/>
                  <a:gd name="connsiteX5" fmla="*/ 568262 w 995171"/>
                  <a:gd name="connsiteY5" fmla="*/ 417576 h 420623"/>
                  <a:gd name="connsiteX6" fmla="*/ 568262 w 995171"/>
                  <a:gd name="connsiteY6" fmla="*/ 348234 h 420623"/>
                  <a:gd name="connsiteX7" fmla="*/ 541306 w 995171"/>
                  <a:gd name="connsiteY7" fmla="*/ 346520 h 420623"/>
                  <a:gd name="connsiteX8" fmla="*/ 523780 w 995171"/>
                  <a:gd name="connsiteY8" fmla="*/ 338804 h 420623"/>
                  <a:gd name="connsiteX9" fmla="*/ 516065 w 995171"/>
                  <a:gd name="connsiteY9" fmla="*/ 321945 h 420623"/>
                  <a:gd name="connsiteX10" fmla="*/ 514350 w 995171"/>
                  <a:gd name="connsiteY10" fmla="*/ 294608 h 420623"/>
                  <a:gd name="connsiteX11" fmla="*/ 514350 w 995171"/>
                  <a:gd name="connsiteY11" fmla="*/ 195644 h 420623"/>
                  <a:gd name="connsiteX12" fmla="*/ 568262 w 995171"/>
                  <a:gd name="connsiteY12" fmla="*/ 195644 h 420623"/>
                  <a:gd name="connsiteX13" fmla="*/ 568262 w 995171"/>
                  <a:gd name="connsiteY13" fmla="*/ 131921 h 420623"/>
                  <a:gd name="connsiteX14" fmla="*/ 514350 w 995171"/>
                  <a:gd name="connsiteY14" fmla="*/ 131921 h 420623"/>
                  <a:gd name="connsiteX15" fmla="*/ 514350 w 995171"/>
                  <a:gd name="connsiteY15" fmla="*/ 21812 h 420623"/>
                  <a:gd name="connsiteX16" fmla="*/ 439865 w 995171"/>
                  <a:gd name="connsiteY16" fmla="*/ 21812 h 420623"/>
                  <a:gd name="connsiteX17" fmla="*/ 439865 w 995171"/>
                  <a:gd name="connsiteY17" fmla="*/ 295180 h 420623"/>
                  <a:gd name="connsiteX18" fmla="*/ 445865 w 995171"/>
                  <a:gd name="connsiteY18" fmla="*/ 353473 h 420623"/>
                  <a:gd name="connsiteX19" fmla="*/ 465677 w 995171"/>
                  <a:gd name="connsiteY19" fmla="*/ 391001 h 420623"/>
                  <a:gd name="connsiteX20" fmla="*/ 502063 w 995171"/>
                  <a:gd name="connsiteY20" fmla="*/ 411385 h 420623"/>
                  <a:gd name="connsiteX21" fmla="*/ 558927 w 995171"/>
                  <a:gd name="connsiteY21" fmla="*/ 417671 h 420623"/>
                  <a:gd name="connsiteX22" fmla="*/ 568262 w 995171"/>
                  <a:gd name="connsiteY22" fmla="*/ 417671 h 420623"/>
                  <a:gd name="connsiteX23" fmla="*/ 995172 w 995171"/>
                  <a:gd name="connsiteY23" fmla="*/ 0 h 420623"/>
                  <a:gd name="connsiteX24" fmla="*/ 920687 w 995171"/>
                  <a:gd name="connsiteY24" fmla="*/ 0 h 420623"/>
                  <a:gd name="connsiteX25" fmla="*/ 920687 w 995171"/>
                  <a:gd name="connsiteY25" fmla="*/ 414719 h 420623"/>
                  <a:gd name="connsiteX26" fmla="*/ 995172 w 995171"/>
                  <a:gd name="connsiteY26" fmla="*/ 414719 h 420623"/>
                  <a:gd name="connsiteX27" fmla="*/ 995172 w 995171"/>
                  <a:gd name="connsiteY27" fmla="*/ 0 h 420623"/>
                  <a:gd name="connsiteX28" fmla="*/ 367951 w 995171"/>
                  <a:gd name="connsiteY28" fmla="*/ 159830 h 420623"/>
                  <a:gd name="connsiteX29" fmla="*/ 281273 w 995171"/>
                  <a:gd name="connsiteY29" fmla="*/ 126206 h 420623"/>
                  <a:gd name="connsiteX30" fmla="*/ 232410 w 995171"/>
                  <a:gd name="connsiteY30" fmla="*/ 137065 h 420623"/>
                  <a:gd name="connsiteX31" fmla="*/ 195358 w 995171"/>
                  <a:gd name="connsiteY31" fmla="*/ 167259 h 420623"/>
                  <a:gd name="connsiteX32" fmla="*/ 191262 w 995171"/>
                  <a:gd name="connsiteY32" fmla="*/ 172498 h 420623"/>
                  <a:gd name="connsiteX33" fmla="*/ 191262 w 995171"/>
                  <a:gd name="connsiteY33" fmla="*/ 167831 h 420623"/>
                  <a:gd name="connsiteX34" fmla="*/ 191262 w 995171"/>
                  <a:gd name="connsiteY34" fmla="*/ 132017 h 420623"/>
                  <a:gd name="connsiteX35" fmla="*/ 117920 w 995171"/>
                  <a:gd name="connsiteY35" fmla="*/ 132017 h 420623"/>
                  <a:gd name="connsiteX36" fmla="*/ 117920 w 995171"/>
                  <a:gd name="connsiteY36" fmla="*/ 414814 h 420623"/>
                  <a:gd name="connsiteX37" fmla="*/ 191929 w 995171"/>
                  <a:gd name="connsiteY37" fmla="*/ 414814 h 420623"/>
                  <a:gd name="connsiteX38" fmla="*/ 191929 w 995171"/>
                  <a:gd name="connsiteY38" fmla="*/ 264128 h 420623"/>
                  <a:gd name="connsiteX39" fmla="*/ 192024 w 995171"/>
                  <a:gd name="connsiteY39" fmla="*/ 274606 h 420623"/>
                  <a:gd name="connsiteX40" fmla="*/ 192119 w 995171"/>
                  <a:gd name="connsiteY40" fmla="*/ 269558 h 420623"/>
                  <a:gd name="connsiteX41" fmla="*/ 211741 w 995171"/>
                  <a:gd name="connsiteY41" fmla="*/ 210884 h 420623"/>
                  <a:gd name="connsiteX42" fmla="*/ 258985 w 995171"/>
                  <a:gd name="connsiteY42" fmla="*/ 190786 h 420623"/>
                  <a:gd name="connsiteX43" fmla="*/ 307753 w 995171"/>
                  <a:gd name="connsiteY43" fmla="*/ 210407 h 420623"/>
                  <a:gd name="connsiteX44" fmla="*/ 323945 w 995171"/>
                  <a:gd name="connsiteY44" fmla="*/ 264605 h 420623"/>
                  <a:gd name="connsiteX45" fmla="*/ 323945 w 995171"/>
                  <a:gd name="connsiteY45" fmla="*/ 264605 h 420623"/>
                  <a:gd name="connsiteX46" fmla="*/ 323945 w 995171"/>
                  <a:gd name="connsiteY46" fmla="*/ 265176 h 420623"/>
                  <a:gd name="connsiteX47" fmla="*/ 323945 w 995171"/>
                  <a:gd name="connsiteY47" fmla="*/ 265271 h 420623"/>
                  <a:gd name="connsiteX48" fmla="*/ 323945 w 995171"/>
                  <a:gd name="connsiteY48" fmla="*/ 414814 h 420623"/>
                  <a:gd name="connsiteX49" fmla="*/ 399098 w 995171"/>
                  <a:gd name="connsiteY49" fmla="*/ 414814 h 420623"/>
                  <a:gd name="connsiteX50" fmla="*/ 399098 w 995171"/>
                  <a:gd name="connsiteY50" fmla="*/ 254222 h 420623"/>
                  <a:gd name="connsiteX51" fmla="*/ 367951 w 995171"/>
                  <a:gd name="connsiteY51" fmla="*/ 159830 h 420623"/>
                  <a:gd name="connsiteX52" fmla="*/ 881825 w 995171"/>
                  <a:gd name="connsiteY52" fmla="*/ 272796 h 420623"/>
                  <a:gd name="connsiteX53" fmla="*/ 871061 w 995171"/>
                  <a:gd name="connsiteY53" fmla="*/ 215646 h 420623"/>
                  <a:gd name="connsiteX54" fmla="*/ 841057 w 995171"/>
                  <a:gd name="connsiteY54" fmla="*/ 168974 h 420623"/>
                  <a:gd name="connsiteX55" fmla="*/ 794957 w 995171"/>
                  <a:gd name="connsiteY55" fmla="*/ 137636 h 420623"/>
                  <a:gd name="connsiteX56" fmla="*/ 735806 w 995171"/>
                  <a:gd name="connsiteY56" fmla="*/ 126302 h 420623"/>
                  <a:gd name="connsiteX57" fmla="*/ 678371 w 995171"/>
                  <a:gd name="connsiteY57" fmla="*/ 137922 h 420623"/>
                  <a:gd name="connsiteX58" fmla="*/ 631698 w 995171"/>
                  <a:gd name="connsiteY58" fmla="*/ 169355 h 420623"/>
                  <a:gd name="connsiteX59" fmla="*/ 600266 w 995171"/>
                  <a:gd name="connsiteY59" fmla="*/ 216027 h 420623"/>
                  <a:gd name="connsiteX60" fmla="*/ 588645 w 995171"/>
                  <a:gd name="connsiteY60" fmla="*/ 273463 h 420623"/>
                  <a:gd name="connsiteX61" fmla="*/ 599694 w 995171"/>
                  <a:gd name="connsiteY61" fmla="*/ 330899 h 420623"/>
                  <a:gd name="connsiteX62" fmla="*/ 630269 w 995171"/>
                  <a:gd name="connsiteY62" fmla="*/ 377571 h 420623"/>
                  <a:gd name="connsiteX63" fmla="*/ 677513 w 995171"/>
                  <a:gd name="connsiteY63" fmla="*/ 409004 h 420623"/>
                  <a:gd name="connsiteX64" fmla="*/ 738092 w 995171"/>
                  <a:gd name="connsiteY64" fmla="*/ 420624 h 420623"/>
                  <a:gd name="connsiteX65" fmla="*/ 863918 w 995171"/>
                  <a:gd name="connsiteY65" fmla="*/ 365093 h 420623"/>
                  <a:gd name="connsiteX66" fmla="*/ 810292 w 995171"/>
                  <a:gd name="connsiteY66" fmla="*/ 324231 h 420623"/>
                  <a:gd name="connsiteX67" fmla="*/ 738664 w 995171"/>
                  <a:gd name="connsiteY67" fmla="*/ 355854 h 420623"/>
                  <a:gd name="connsiteX68" fmla="*/ 687229 w 995171"/>
                  <a:gd name="connsiteY68" fmla="*/ 341376 h 420623"/>
                  <a:gd name="connsiteX69" fmla="*/ 660368 w 995171"/>
                  <a:gd name="connsiteY69" fmla="*/ 302133 h 420623"/>
                  <a:gd name="connsiteX70" fmla="*/ 659606 w 995171"/>
                  <a:gd name="connsiteY70" fmla="*/ 299466 h 420623"/>
                  <a:gd name="connsiteX71" fmla="*/ 881825 w 995171"/>
                  <a:gd name="connsiteY71" fmla="*/ 299466 h 420623"/>
                  <a:gd name="connsiteX72" fmla="*/ 881825 w 995171"/>
                  <a:gd name="connsiteY72" fmla="*/ 272796 h 420623"/>
                  <a:gd name="connsiteX73" fmla="*/ 660368 w 995171"/>
                  <a:gd name="connsiteY73" fmla="*/ 246793 h 420623"/>
                  <a:gd name="connsiteX74" fmla="*/ 735330 w 995171"/>
                  <a:gd name="connsiteY74" fmla="*/ 189929 h 420623"/>
                  <a:gd name="connsiteX75" fmla="*/ 810387 w 995171"/>
                  <a:gd name="connsiteY75" fmla="*/ 246698 h 420623"/>
                  <a:gd name="connsiteX76" fmla="*/ 660368 w 995171"/>
                  <a:gd name="connsiteY76" fmla="*/ 246793 h 420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995171" h="420623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1C614C49-972F-498A-9654-844CECF9AF64}"/>
                  </a:ext>
                </a:extLst>
              </p:cNvPr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avLst/>
                <a:gdLst>
                  <a:gd name="connsiteX0" fmla="*/ 39529 w 79057"/>
                  <a:gd name="connsiteY0" fmla="*/ 5620 h 79057"/>
                  <a:gd name="connsiteX1" fmla="*/ 73438 w 79057"/>
                  <a:gd name="connsiteY1" fmla="*/ 39529 h 79057"/>
                  <a:gd name="connsiteX2" fmla="*/ 39529 w 79057"/>
                  <a:gd name="connsiteY2" fmla="*/ 73438 h 79057"/>
                  <a:gd name="connsiteX3" fmla="*/ 5620 w 79057"/>
                  <a:gd name="connsiteY3" fmla="*/ 39529 h 79057"/>
                  <a:gd name="connsiteX4" fmla="*/ 39529 w 79057"/>
                  <a:gd name="connsiteY4" fmla="*/ 5620 h 79057"/>
                  <a:gd name="connsiteX5" fmla="*/ 39529 w 79057"/>
                  <a:gd name="connsiteY5" fmla="*/ 0 h 79057"/>
                  <a:gd name="connsiteX6" fmla="*/ 0 w 79057"/>
                  <a:gd name="connsiteY6" fmla="*/ 39529 h 79057"/>
                  <a:gd name="connsiteX7" fmla="*/ 39529 w 79057"/>
                  <a:gd name="connsiteY7" fmla="*/ 79058 h 79057"/>
                  <a:gd name="connsiteX8" fmla="*/ 79058 w 79057"/>
                  <a:gd name="connsiteY8" fmla="*/ 39529 h 79057"/>
                  <a:gd name="connsiteX9" fmla="*/ 39529 w 79057"/>
                  <a:gd name="connsiteY9" fmla="*/ 0 h 79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9057" h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922EBBE0-933B-4A65-BAAC-DC5972E3F9A4}"/>
                  </a:ext>
                </a:extLst>
              </p:cNvPr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avLst/>
                <a:gdLst>
                  <a:gd name="connsiteX0" fmla="*/ 16383 w 30765"/>
                  <a:gd name="connsiteY0" fmla="*/ 95 h 39528"/>
                  <a:gd name="connsiteX1" fmla="*/ 23051 w 30765"/>
                  <a:gd name="connsiteY1" fmla="*/ 1715 h 39528"/>
                  <a:gd name="connsiteX2" fmla="*/ 27718 w 30765"/>
                  <a:gd name="connsiteY2" fmla="*/ 6191 h 39528"/>
                  <a:gd name="connsiteX3" fmla="*/ 29337 w 30765"/>
                  <a:gd name="connsiteY3" fmla="*/ 12478 h 39528"/>
                  <a:gd name="connsiteX4" fmla="*/ 27146 w 30765"/>
                  <a:gd name="connsiteY4" fmla="*/ 19622 h 39528"/>
                  <a:gd name="connsiteX5" fmla="*/ 21812 w 30765"/>
                  <a:gd name="connsiteY5" fmla="*/ 23717 h 39528"/>
                  <a:gd name="connsiteX6" fmla="*/ 30766 w 30765"/>
                  <a:gd name="connsiteY6" fmla="*/ 39529 h 39528"/>
                  <a:gd name="connsiteX7" fmla="*/ 23717 w 30765"/>
                  <a:gd name="connsiteY7" fmla="*/ 39529 h 39528"/>
                  <a:gd name="connsiteX8" fmla="*/ 15526 w 30765"/>
                  <a:gd name="connsiteY8" fmla="*/ 24860 h 39528"/>
                  <a:gd name="connsiteX9" fmla="*/ 6191 w 30765"/>
                  <a:gd name="connsiteY9" fmla="*/ 24860 h 39528"/>
                  <a:gd name="connsiteX10" fmla="*/ 6191 w 30765"/>
                  <a:gd name="connsiteY10" fmla="*/ 39529 h 39528"/>
                  <a:gd name="connsiteX11" fmla="*/ 0 w 30765"/>
                  <a:gd name="connsiteY11" fmla="*/ 39529 h 39528"/>
                  <a:gd name="connsiteX12" fmla="*/ 0 w 30765"/>
                  <a:gd name="connsiteY12" fmla="*/ 0 h 39528"/>
                  <a:gd name="connsiteX13" fmla="*/ 16383 w 30765"/>
                  <a:gd name="connsiteY13" fmla="*/ 0 h 39528"/>
                  <a:gd name="connsiteX14" fmla="*/ 16383 w 30765"/>
                  <a:gd name="connsiteY14" fmla="*/ 19336 h 39528"/>
                  <a:gd name="connsiteX15" fmla="*/ 19907 w 30765"/>
                  <a:gd name="connsiteY15" fmla="*/ 18478 h 39528"/>
                  <a:gd name="connsiteX16" fmla="*/ 22289 w 30765"/>
                  <a:gd name="connsiteY16" fmla="*/ 16097 h 39528"/>
                  <a:gd name="connsiteX17" fmla="*/ 23146 w 30765"/>
                  <a:gd name="connsiteY17" fmla="*/ 12573 h 39528"/>
                  <a:gd name="connsiteX18" fmla="*/ 22289 w 30765"/>
                  <a:gd name="connsiteY18" fmla="*/ 9049 h 39528"/>
                  <a:gd name="connsiteX19" fmla="*/ 19907 w 30765"/>
                  <a:gd name="connsiteY19" fmla="*/ 6668 h 39528"/>
                  <a:gd name="connsiteX20" fmla="*/ 16383 w 30765"/>
                  <a:gd name="connsiteY20" fmla="*/ 5810 h 39528"/>
                  <a:gd name="connsiteX21" fmla="*/ 6191 w 30765"/>
                  <a:gd name="connsiteY21" fmla="*/ 5810 h 39528"/>
                  <a:gd name="connsiteX22" fmla="*/ 6191 w 30765"/>
                  <a:gd name="connsiteY22" fmla="*/ 19336 h 39528"/>
                  <a:gd name="connsiteX23" fmla="*/ 16383 w 30765"/>
                  <a:gd name="connsiteY23" fmla="*/ 19336 h 39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765" h="39528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868C62E-6CE4-4259-A07A-FD2952F70C84}"/>
              </a:ext>
            </a:extLst>
          </p:cNvPr>
          <p:cNvSpPr/>
          <p:nvPr userDrawn="1"/>
        </p:nvSpPr>
        <p:spPr>
          <a:xfrm>
            <a:off x="1772882" y="1823195"/>
            <a:ext cx="3004653" cy="545607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8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</a:t>
            </a:r>
            <a:br>
              <a:rPr lang="en-US" sz="18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</a:br>
            <a:r>
              <a:rPr lang="en-US" sz="18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Engineering</a:t>
            </a:r>
          </a:p>
        </p:txBody>
      </p:sp>
    </p:spTree>
    <p:extLst>
      <p:ext uri="{BB962C8B-B14F-4D97-AF65-F5344CB8AC3E}">
        <p14:creationId xmlns:p14="http://schemas.microsoft.com/office/powerpoint/2010/main" val="4211107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Blue B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999B93-608C-3338-4BC3-A9A3079F46FE}"/>
              </a:ext>
            </a:extLst>
          </p:cNvPr>
          <p:cNvSpPr/>
          <p:nvPr userDrawn="1"/>
        </p:nvSpPr>
        <p:spPr>
          <a:xfrm>
            <a:off x="3223" y="0"/>
            <a:ext cx="12185554" cy="6858000"/>
          </a:xfrm>
          <a:prstGeom prst="rect">
            <a:avLst/>
          </a:prstGeom>
          <a:blipFill dpi="0" rotWithShape="1">
            <a:blip r:embed="rId2">
              <a:alphaModFix amt="58000"/>
            </a:blip>
            <a:srcRect/>
            <a:stretch>
              <a:fillRect/>
            </a:stretch>
          </a:blip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1" name="Title Text">
            <a:extLst>
              <a:ext uri="{FF2B5EF4-FFF2-40B4-BE49-F238E27FC236}">
                <a16:creationId xmlns:a16="http://schemas.microsoft.com/office/drawing/2014/main" id="{89FD31ED-4225-F549-987B-028F84979F8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989643" y="2941068"/>
            <a:ext cx="9991725" cy="198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7000">
                <a:solidFill>
                  <a:schemeClr val="tx2"/>
                </a:solidFill>
              </a:defRPr>
            </a:lvl1pPr>
          </a:lstStyle>
          <a:p>
            <a:r>
              <a:rPr lang="en-US"/>
              <a:t>70pt IntelOne Display </a:t>
            </a:r>
            <a:br>
              <a:rPr lang="en-US"/>
            </a:br>
            <a:r>
              <a:rPr lang="en-US"/>
              <a:t>Regular 2 Rows Title</a:t>
            </a:r>
            <a:endParaRPr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71E0DDC0-B435-4D0B-837E-0E27121099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002517" y="4984763"/>
            <a:ext cx="9991726" cy="326776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2"/>
                </a:solidFill>
                <a:latin typeface="+mj-lt"/>
                <a:ea typeface="Intel Clear" panose="020B0604020203020204" pitchFamily="34" charset="0"/>
                <a:cs typeface="Intel Clear" panose="020B0604020203020204" pitchFamily="34" charset="0"/>
              </a:defRPr>
            </a:lvl1pPr>
          </a:lstStyle>
          <a:p>
            <a:r>
              <a:rPr lang="en-US"/>
              <a:t>18pt Intel One Display Regular Subhead, Date, Etc.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3ED6EF6-61F8-4957-AA1C-7C6450109576}"/>
              </a:ext>
            </a:extLst>
          </p:cNvPr>
          <p:cNvGrpSpPr/>
          <p:nvPr userDrawn="1"/>
        </p:nvGrpSpPr>
        <p:grpSpPr>
          <a:xfrm>
            <a:off x="1999969" y="1597110"/>
            <a:ext cx="6225039" cy="804533"/>
            <a:chOff x="1824627" y="1701885"/>
            <a:chExt cx="6225039" cy="80453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5251DAF-788D-46D0-84B3-34DFEE6262F3}"/>
                </a:ext>
              </a:extLst>
            </p:cNvPr>
            <p:cNvGrpSpPr/>
            <p:nvPr userDrawn="1"/>
          </p:nvGrpSpPr>
          <p:grpSpPr>
            <a:xfrm>
              <a:off x="1824627" y="1784710"/>
              <a:ext cx="1657627" cy="620661"/>
              <a:chOff x="1314450" y="6391094"/>
              <a:chExt cx="1123377" cy="420623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A050DF4B-855E-41F4-9B0B-9B0BA01FB4FE}"/>
                  </a:ext>
                </a:extLst>
              </p:cNvPr>
              <p:cNvSpPr/>
              <p:nvPr/>
            </p:nvSpPr>
            <p:spPr>
              <a:xfrm>
                <a:off x="1314450" y="6396809"/>
                <a:ext cx="78581" cy="78581"/>
              </a:xfrm>
              <a:custGeom>
                <a:avLst/>
                <a:gdLst>
                  <a:gd name="connsiteX0" fmla="*/ 0 w 78581"/>
                  <a:gd name="connsiteY0" fmla="*/ 0 h 78581"/>
                  <a:gd name="connsiteX1" fmla="*/ 78581 w 78581"/>
                  <a:gd name="connsiteY1" fmla="*/ 0 h 78581"/>
                  <a:gd name="connsiteX2" fmla="*/ 78581 w 78581"/>
                  <a:gd name="connsiteY2" fmla="*/ 78581 h 78581"/>
                  <a:gd name="connsiteX3" fmla="*/ 0 w 78581"/>
                  <a:gd name="connsiteY3" fmla="*/ 78581 h 78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8581" h="78581">
                    <a:moveTo>
                      <a:pt x="0" y="0"/>
                    </a:moveTo>
                    <a:lnTo>
                      <a:pt x="78581" y="0"/>
                    </a:lnTo>
                    <a:lnTo>
                      <a:pt x="78581" y="78581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00B2E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solidFill>
                    <a:schemeClr val="tx2"/>
                  </a:solidFill>
                </a:endParaRPr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5E76890-19E8-4E79-B88A-5E246700E0DB}"/>
                  </a:ext>
                </a:extLst>
              </p:cNvPr>
              <p:cNvSpPr/>
              <p:nvPr/>
            </p:nvSpPr>
            <p:spPr>
              <a:xfrm>
                <a:off x="1316545" y="6391094"/>
                <a:ext cx="995171" cy="420623"/>
              </a:xfrm>
              <a:custGeom>
                <a:avLst/>
                <a:gdLst>
                  <a:gd name="connsiteX0" fmla="*/ 74486 w 995171"/>
                  <a:gd name="connsiteY0" fmla="*/ 131921 h 420623"/>
                  <a:gd name="connsiteX1" fmla="*/ 0 w 995171"/>
                  <a:gd name="connsiteY1" fmla="*/ 131921 h 420623"/>
                  <a:gd name="connsiteX2" fmla="*/ 0 w 995171"/>
                  <a:gd name="connsiteY2" fmla="*/ 414719 h 420623"/>
                  <a:gd name="connsiteX3" fmla="*/ 74486 w 995171"/>
                  <a:gd name="connsiteY3" fmla="*/ 414719 h 420623"/>
                  <a:gd name="connsiteX4" fmla="*/ 74486 w 995171"/>
                  <a:gd name="connsiteY4" fmla="*/ 131921 h 420623"/>
                  <a:gd name="connsiteX5" fmla="*/ 568262 w 995171"/>
                  <a:gd name="connsiteY5" fmla="*/ 417576 h 420623"/>
                  <a:gd name="connsiteX6" fmla="*/ 568262 w 995171"/>
                  <a:gd name="connsiteY6" fmla="*/ 348234 h 420623"/>
                  <a:gd name="connsiteX7" fmla="*/ 541306 w 995171"/>
                  <a:gd name="connsiteY7" fmla="*/ 346520 h 420623"/>
                  <a:gd name="connsiteX8" fmla="*/ 523780 w 995171"/>
                  <a:gd name="connsiteY8" fmla="*/ 338804 h 420623"/>
                  <a:gd name="connsiteX9" fmla="*/ 516065 w 995171"/>
                  <a:gd name="connsiteY9" fmla="*/ 321945 h 420623"/>
                  <a:gd name="connsiteX10" fmla="*/ 514350 w 995171"/>
                  <a:gd name="connsiteY10" fmla="*/ 294608 h 420623"/>
                  <a:gd name="connsiteX11" fmla="*/ 514350 w 995171"/>
                  <a:gd name="connsiteY11" fmla="*/ 195644 h 420623"/>
                  <a:gd name="connsiteX12" fmla="*/ 568262 w 995171"/>
                  <a:gd name="connsiteY12" fmla="*/ 195644 h 420623"/>
                  <a:gd name="connsiteX13" fmla="*/ 568262 w 995171"/>
                  <a:gd name="connsiteY13" fmla="*/ 131921 h 420623"/>
                  <a:gd name="connsiteX14" fmla="*/ 514350 w 995171"/>
                  <a:gd name="connsiteY14" fmla="*/ 131921 h 420623"/>
                  <a:gd name="connsiteX15" fmla="*/ 514350 w 995171"/>
                  <a:gd name="connsiteY15" fmla="*/ 21812 h 420623"/>
                  <a:gd name="connsiteX16" fmla="*/ 439865 w 995171"/>
                  <a:gd name="connsiteY16" fmla="*/ 21812 h 420623"/>
                  <a:gd name="connsiteX17" fmla="*/ 439865 w 995171"/>
                  <a:gd name="connsiteY17" fmla="*/ 295180 h 420623"/>
                  <a:gd name="connsiteX18" fmla="*/ 445865 w 995171"/>
                  <a:gd name="connsiteY18" fmla="*/ 353473 h 420623"/>
                  <a:gd name="connsiteX19" fmla="*/ 465677 w 995171"/>
                  <a:gd name="connsiteY19" fmla="*/ 391001 h 420623"/>
                  <a:gd name="connsiteX20" fmla="*/ 502063 w 995171"/>
                  <a:gd name="connsiteY20" fmla="*/ 411385 h 420623"/>
                  <a:gd name="connsiteX21" fmla="*/ 558927 w 995171"/>
                  <a:gd name="connsiteY21" fmla="*/ 417671 h 420623"/>
                  <a:gd name="connsiteX22" fmla="*/ 568262 w 995171"/>
                  <a:gd name="connsiteY22" fmla="*/ 417671 h 420623"/>
                  <a:gd name="connsiteX23" fmla="*/ 995172 w 995171"/>
                  <a:gd name="connsiteY23" fmla="*/ 0 h 420623"/>
                  <a:gd name="connsiteX24" fmla="*/ 920687 w 995171"/>
                  <a:gd name="connsiteY24" fmla="*/ 0 h 420623"/>
                  <a:gd name="connsiteX25" fmla="*/ 920687 w 995171"/>
                  <a:gd name="connsiteY25" fmla="*/ 414719 h 420623"/>
                  <a:gd name="connsiteX26" fmla="*/ 995172 w 995171"/>
                  <a:gd name="connsiteY26" fmla="*/ 414719 h 420623"/>
                  <a:gd name="connsiteX27" fmla="*/ 995172 w 995171"/>
                  <a:gd name="connsiteY27" fmla="*/ 0 h 420623"/>
                  <a:gd name="connsiteX28" fmla="*/ 367951 w 995171"/>
                  <a:gd name="connsiteY28" fmla="*/ 159830 h 420623"/>
                  <a:gd name="connsiteX29" fmla="*/ 281273 w 995171"/>
                  <a:gd name="connsiteY29" fmla="*/ 126206 h 420623"/>
                  <a:gd name="connsiteX30" fmla="*/ 232410 w 995171"/>
                  <a:gd name="connsiteY30" fmla="*/ 137065 h 420623"/>
                  <a:gd name="connsiteX31" fmla="*/ 195358 w 995171"/>
                  <a:gd name="connsiteY31" fmla="*/ 167259 h 420623"/>
                  <a:gd name="connsiteX32" fmla="*/ 191262 w 995171"/>
                  <a:gd name="connsiteY32" fmla="*/ 172498 h 420623"/>
                  <a:gd name="connsiteX33" fmla="*/ 191262 w 995171"/>
                  <a:gd name="connsiteY33" fmla="*/ 167831 h 420623"/>
                  <a:gd name="connsiteX34" fmla="*/ 191262 w 995171"/>
                  <a:gd name="connsiteY34" fmla="*/ 132017 h 420623"/>
                  <a:gd name="connsiteX35" fmla="*/ 117920 w 995171"/>
                  <a:gd name="connsiteY35" fmla="*/ 132017 h 420623"/>
                  <a:gd name="connsiteX36" fmla="*/ 117920 w 995171"/>
                  <a:gd name="connsiteY36" fmla="*/ 414814 h 420623"/>
                  <a:gd name="connsiteX37" fmla="*/ 191929 w 995171"/>
                  <a:gd name="connsiteY37" fmla="*/ 414814 h 420623"/>
                  <a:gd name="connsiteX38" fmla="*/ 191929 w 995171"/>
                  <a:gd name="connsiteY38" fmla="*/ 264128 h 420623"/>
                  <a:gd name="connsiteX39" fmla="*/ 192024 w 995171"/>
                  <a:gd name="connsiteY39" fmla="*/ 274606 h 420623"/>
                  <a:gd name="connsiteX40" fmla="*/ 192119 w 995171"/>
                  <a:gd name="connsiteY40" fmla="*/ 269558 h 420623"/>
                  <a:gd name="connsiteX41" fmla="*/ 211741 w 995171"/>
                  <a:gd name="connsiteY41" fmla="*/ 210884 h 420623"/>
                  <a:gd name="connsiteX42" fmla="*/ 258985 w 995171"/>
                  <a:gd name="connsiteY42" fmla="*/ 190786 h 420623"/>
                  <a:gd name="connsiteX43" fmla="*/ 307753 w 995171"/>
                  <a:gd name="connsiteY43" fmla="*/ 210407 h 420623"/>
                  <a:gd name="connsiteX44" fmla="*/ 323945 w 995171"/>
                  <a:gd name="connsiteY44" fmla="*/ 264605 h 420623"/>
                  <a:gd name="connsiteX45" fmla="*/ 323945 w 995171"/>
                  <a:gd name="connsiteY45" fmla="*/ 264605 h 420623"/>
                  <a:gd name="connsiteX46" fmla="*/ 323945 w 995171"/>
                  <a:gd name="connsiteY46" fmla="*/ 265176 h 420623"/>
                  <a:gd name="connsiteX47" fmla="*/ 323945 w 995171"/>
                  <a:gd name="connsiteY47" fmla="*/ 265271 h 420623"/>
                  <a:gd name="connsiteX48" fmla="*/ 323945 w 995171"/>
                  <a:gd name="connsiteY48" fmla="*/ 414814 h 420623"/>
                  <a:gd name="connsiteX49" fmla="*/ 399098 w 995171"/>
                  <a:gd name="connsiteY49" fmla="*/ 414814 h 420623"/>
                  <a:gd name="connsiteX50" fmla="*/ 399098 w 995171"/>
                  <a:gd name="connsiteY50" fmla="*/ 254222 h 420623"/>
                  <a:gd name="connsiteX51" fmla="*/ 367951 w 995171"/>
                  <a:gd name="connsiteY51" fmla="*/ 159830 h 420623"/>
                  <a:gd name="connsiteX52" fmla="*/ 881825 w 995171"/>
                  <a:gd name="connsiteY52" fmla="*/ 272796 h 420623"/>
                  <a:gd name="connsiteX53" fmla="*/ 871061 w 995171"/>
                  <a:gd name="connsiteY53" fmla="*/ 215646 h 420623"/>
                  <a:gd name="connsiteX54" fmla="*/ 841057 w 995171"/>
                  <a:gd name="connsiteY54" fmla="*/ 168974 h 420623"/>
                  <a:gd name="connsiteX55" fmla="*/ 794957 w 995171"/>
                  <a:gd name="connsiteY55" fmla="*/ 137636 h 420623"/>
                  <a:gd name="connsiteX56" fmla="*/ 735806 w 995171"/>
                  <a:gd name="connsiteY56" fmla="*/ 126302 h 420623"/>
                  <a:gd name="connsiteX57" fmla="*/ 678371 w 995171"/>
                  <a:gd name="connsiteY57" fmla="*/ 137922 h 420623"/>
                  <a:gd name="connsiteX58" fmla="*/ 631698 w 995171"/>
                  <a:gd name="connsiteY58" fmla="*/ 169355 h 420623"/>
                  <a:gd name="connsiteX59" fmla="*/ 600266 w 995171"/>
                  <a:gd name="connsiteY59" fmla="*/ 216027 h 420623"/>
                  <a:gd name="connsiteX60" fmla="*/ 588645 w 995171"/>
                  <a:gd name="connsiteY60" fmla="*/ 273463 h 420623"/>
                  <a:gd name="connsiteX61" fmla="*/ 599694 w 995171"/>
                  <a:gd name="connsiteY61" fmla="*/ 330899 h 420623"/>
                  <a:gd name="connsiteX62" fmla="*/ 630269 w 995171"/>
                  <a:gd name="connsiteY62" fmla="*/ 377571 h 420623"/>
                  <a:gd name="connsiteX63" fmla="*/ 677513 w 995171"/>
                  <a:gd name="connsiteY63" fmla="*/ 409004 h 420623"/>
                  <a:gd name="connsiteX64" fmla="*/ 738092 w 995171"/>
                  <a:gd name="connsiteY64" fmla="*/ 420624 h 420623"/>
                  <a:gd name="connsiteX65" fmla="*/ 863918 w 995171"/>
                  <a:gd name="connsiteY65" fmla="*/ 365093 h 420623"/>
                  <a:gd name="connsiteX66" fmla="*/ 810292 w 995171"/>
                  <a:gd name="connsiteY66" fmla="*/ 324231 h 420623"/>
                  <a:gd name="connsiteX67" fmla="*/ 738664 w 995171"/>
                  <a:gd name="connsiteY67" fmla="*/ 355854 h 420623"/>
                  <a:gd name="connsiteX68" fmla="*/ 687229 w 995171"/>
                  <a:gd name="connsiteY68" fmla="*/ 341376 h 420623"/>
                  <a:gd name="connsiteX69" fmla="*/ 660368 w 995171"/>
                  <a:gd name="connsiteY69" fmla="*/ 302133 h 420623"/>
                  <a:gd name="connsiteX70" fmla="*/ 659606 w 995171"/>
                  <a:gd name="connsiteY70" fmla="*/ 299466 h 420623"/>
                  <a:gd name="connsiteX71" fmla="*/ 881825 w 995171"/>
                  <a:gd name="connsiteY71" fmla="*/ 299466 h 420623"/>
                  <a:gd name="connsiteX72" fmla="*/ 881825 w 995171"/>
                  <a:gd name="connsiteY72" fmla="*/ 272796 h 420623"/>
                  <a:gd name="connsiteX73" fmla="*/ 660368 w 995171"/>
                  <a:gd name="connsiteY73" fmla="*/ 246793 h 420623"/>
                  <a:gd name="connsiteX74" fmla="*/ 735330 w 995171"/>
                  <a:gd name="connsiteY74" fmla="*/ 189929 h 420623"/>
                  <a:gd name="connsiteX75" fmla="*/ 810387 w 995171"/>
                  <a:gd name="connsiteY75" fmla="*/ 246698 h 420623"/>
                  <a:gd name="connsiteX76" fmla="*/ 660368 w 995171"/>
                  <a:gd name="connsiteY76" fmla="*/ 246793 h 420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</a:cxnLst>
                <a:rect l="l" t="t" r="r" b="b"/>
                <a:pathLst>
                  <a:path w="995171" h="420623">
                    <a:moveTo>
                      <a:pt x="74486" y="131921"/>
                    </a:moveTo>
                    <a:lnTo>
                      <a:pt x="0" y="131921"/>
                    </a:lnTo>
                    <a:lnTo>
                      <a:pt x="0" y="414719"/>
                    </a:lnTo>
                    <a:lnTo>
                      <a:pt x="74486" y="414719"/>
                    </a:lnTo>
                    <a:lnTo>
                      <a:pt x="74486" y="131921"/>
                    </a:lnTo>
                    <a:close/>
                    <a:moveTo>
                      <a:pt x="568262" y="417576"/>
                    </a:moveTo>
                    <a:lnTo>
                      <a:pt x="568262" y="348234"/>
                    </a:lnTo>
                    <a:cubicBezTo>
                      <a:pt x="557308" y="348139"/>
                      <a:pt x="548259" y="347567"/>
                      <a:pt x="541306" y="346520"/>
                    </a:cubicBezTo>
                    <a:cubicBezTo>
                      <a:pt x="533591" y="345281"/>
                      <a:pt x="527685" y="342710"/>
                      <a:pt x="523780" y="338804"/>
                    </a:cubicBezTo>
                    <a:cubicBezTo>
                      <a:pt x="519875" y="334899"/>
                      <a:pt x="517303" y="329184"/>
                      <a:pt x="516065" y="321945"/>
                    </a:cubicBezTo>
                    <a:cubicBezTo>
                      <a:pt x="514922" y="314992"/>
                      <a:pt x="514350" y="305753"/>
                      <a:pt x="514350" y="294608"/>
                    </a:cubicBezTo>
                    <a:lnTo>
                      <a:pt x="514350" y="195644"/>
                    </a:lnTo>
                    <a:lnTo>
                      <a:pt x="568262" y="195644"/>
                    </a:lnTo>
                    <a:lnTo>
                      <a:pt x="568262" y="131921"/>
                    </a:lnTo>
                    <a:lnTo>
                      <a:pt x="514350" y="131921"/>
                    </a:lnTo>
                    <a:lnTo>
                      <a:pt x="514350" y="21812"/>
                    </a:lnTo>
                    <a:lnTo>
                      <a:pt x="439865" y="21812"/>
                    </a:lnTo>
                    <a:lnTo>
                      <a:pt x="439865" y="295180"/>
                    </a:lnTo>
                    <a:cubicBezTo>
                      <a:pt x="439865" y="318230"/>
                      <a:pt x="441865" y="337852"/>
                      <a:pt x="445865" y="353473"/>
                    </a:cubicBezTo>
                    <a:cubicBezTo>
                      <a:pt x="449771" y="368903"/>
                      <a:pt x="456438" y="381572"/>
                      <a:pt x="465677" y="391001"/>
                    </a:cubicBezTo>
                    <a:cubicBezTo>
                      <a:pt x="474917" y="400431"/>
                      <a:pt x="487204" y="407289"/>
                      <a:pt x="502063" y="411385"/>
                    </a:cubicBezTo>
                    <a:cubicBezTo>
                      <a:pt x="517112" y="415481"/>
                      <a:pt x="536258" y="417671"/>
                      <a:pt x="558927" y="417671"/>
                    </a:cubicBezTo>
                    <a:lnTo>
                      <a:pt x="568262" y="417671"/>
                    </a:lnTo>
                    <a:close/>
                    <a:moveTo>
                      <a:pt x="995172" y="0"/>
                    </a:moveTo>
                    <a:lnTo>
                      <a:pt x="920687" y="0"/>
                    </a:lnTo>
                    <a:lnTo>
                      <a:pt x="920687" y="414719"/>
                    </a:lnTo>
                    <a:lnTo>
                      <a:pt x="995172" y="414719"/>
                    </a:lnTo>
                    <a:lnTo>
                      <a:pt x="995172" y="0"/>
                    </a:lnTo>
                    <a:close/>
                    <a:moveTo>
                      <a:pt x="367951" y="159830"/>
                    </a:moveTo>
                    <a:cubicBezTo>
                      <a:pt x="347282" y="137541"/>
                      <a:pt x="318135" y="126206"/>
                      <a:pt x="281273" y="126206"/>
                    </a:cubicBezTo>
                    <a:cubicBezTo>
                      <a:pt x="263462" y="126206"/>
                      <a:pt x="247079" y="129921"/>
                      <a:pt x="232410" y="137065"/>
                    </a:cubicBezTo>
                    <a:cubicBezTo>
                      <a:pt x="217742" y="144304"/>
                      <a:pt x="205264" y="154496"/>
                      <a:pt x="195358" y="167259"/>
                    </a:cubicBezTo>
                    <a:lnTo>
                      <a:pt x="191262" y="172498"/>
                    </a:lnTo>
                    <a:lnTo>
                      <a:pt x="191262" y="167831"/>
                    </a:lnTo>
                    <a:lnTo>
                      <a:pt x="191262" y="132017"/>
                    </a:lnTo>
                    <a:lnTo>
                      <a:pt x="117920" y="132017"/>
                    </a:lnTo>
                    <a:lnTo>
                      <a:pt x="117920" y="414814"/>
                    </a:lnTo>
                    <a:lnTo>
                      <a:pt x="191929" y="414814"/>
                    </a:lnTo>
                    <a:lnTo>
                      <a:pt x="191929" y="264128"/>
                    </a:lnTo>
                    <a:lnTo>
                      <a:pt x="192024" y="274606"/>
                    </a:lnTo>
                    <a:cubicBezTo>
                      <a:pt x="192024" y="272891"/>
                      <a:pt x="192024" y="271177"/>
                      <a:pt x="192119" y="269558"/>
                    </a:cubicBezTo>
                    <a:cubicBezTo>
                      <a:pt x="192881" y="243173"/>
                      <a:pt x="199454" y="223456"/>
                      <a:pt x="211741" y="210884"/>
                    </a:cubicBezTo>
                    <a:cubicBezTo>
                      <a:pt x="224790" y="197549"/>
                      <a:pt x="240697" y="190786"/>
                      <a:pt x="258985" y="190786"/>
                    </a:cubicBezTo>
                    <a:cubicBezTo>
                      <a:pt x="280511" y="190786"/>
                      <a:pt x="296894" y="197358"/>
                      <a:pt x="307753" y="210407"/>
                    </a:cubicBezTo>
                    <a:cubicBezTo>
                      <a:pt x="318421" y="223171"/>
                      <a:pt x="323850" y="241364"/>
                      <a:pt x="323945" y="264605"/>
                    </a:cubicBezTo>
                    <a:lnTo>
                      <a:pt x="323945" y="264605"/>
                    </a:lnTo>
                    <a:lnTo>
                      <a:pt x="323945" y="265176"/>
                    </a:lnTo>
                    <a:lnTo>
                      <a:pt x="323945" y="265271"/>
                    </a:lnTo>
                    <a:lnTo>
                      <a:pt x="323945" y="414814"/>
                    </a:lnTo>
                    <a:lnTo>
                      <a:pt x="399098" y="414814"/>
                    </a:lnTo>
                    <a:lnTo>
                      <a:pt x="399098" y="254222"/>
                    </a:lnTo>
                    <a:cubicBezTo>
                      <a:pt x="399193" y="213931"/>
                      <a:pt x="388620" y="182118"/>
                      <a:pt x="367951" y="159830"/>
                    </a:cubicBezTo>
                    <a:moveTo>
                      <a:pt x="881825" y="272796"/>
                    </a:moveTo>
                    <a:cubicBezTo>
                      <a:pt x="881825" y="252508"/>
                      <a:pt x="878205" y="233267"/>
                      <a:pt x="871061" y="215646"/>
                    </a:cubicBezTo>
                    <a:cubicBezTo>
                      <a:pt x="863918" y="198025"/>
                      <a:pt x="853821" y="182309"/>
                      <a:pt x="841057" y="168974"/>
                    </a:cubicBezTo>
                    <a:cubicBezTo>
                      <a:pt x="828294" y="155639"/>
                      <a:pt x="812768" y="145066"/>
                      <a:pt x="794957" y="137636"/>
                    </a:cubicBezTo>
                    <a:cubicBezTo>
                      <a:pt x="777145" y="130112"/>
                      <a:pt x="757238" y="126302"/>
                      <a:pt x="735806" y="126302"/>
                    </a:cubicBezTo>
                    <a:cubicBezTo>
                      <a:pt x="715518" y="126302"/>
                      <a:pt x="696182" y="130207"/>
                      <a:pt x="678371" y="137922"/>
                    </a:cubicBezTo>
                    <a:cubicBezTo>
                      <a:pt x="660559" y="145637"/>
                      <a:pt x="644843" y="156210"/>
                      <a:pt x="631698" y="169355"/>
                    </a:cubicBezTo>
                    <a:cubicBezTo>
                      <a:pt x="618554" y="182499"/>
                      <a:pt x="607981" y="198215"/>
                      <a:pt x="600266" y="216027"/>
                    </a:cubicBezTo>
                    <a:cubicBezTo>
                      <a:pt x="592550" y="233839"/>
                      <a:pt x="588645" y="253175"/>
                      <a:pt x="588645" y="273463"/>
                    </a:cubicBezTo>
                    <a:cubicBezTo>
                      <a:pt x="588645" y="293751"/>
                      <a:pt x="592360" y="313087"/>
                      <a:pt x="599694" y="330899"/>
                    </a:cubicBezTo>
                    <a:cubicBezTo>
                      <a:pt x="607028" y="348710"/>
                      <a:pt x="617315" y="364426"/>
                      <a:pt x="630269" y="377571"/>
                    </a:cubicBezTo>
                    <a:cubicBezTo>
                      <a:pt x="643223" y="390716"/>
                      <a:pt x="659130" y="401288"/>
                      <a:pt x="677513" y="409004"/>
                    </a:cubicBezTo>
                    <a:cubicBezTo>
                      <a:pt x="695897" y="416719"/>
                      <a:pt x="716280" y="420624"/>
                      <a:pt x="738092" y="420624"/>
                    </a:cubicBezTo>
                    <a:cubicBezTo>
                      <a:pt x="801148" y="420624"/>
                      <a:pt x="840391" y="391954"/>
                      <a:pt x="863918" y="365093"/>
                    </a:cubicBezTo>
                    <a:lnTo>
                      <a:pt x="810292" y="324231"/>
                    </a:lnTo>
                    <a:cubicBezTo>
                      <a:pt x="798957" y="337661"/>
                      <a:pt x="772192" y="355854"/>
                      <a:pt x="738664" y="355854"/>
                    </a:cubicBezTo>
                    <a:cubicBezTo>
                      <a:pt x="717614" y="355854"/>
                      <a:pt x="700373" y="350996"/>
                      <a:pt x="687229" y="341376"/>
                    </a:cubicBezTo>
                    <a:cubicBezTo>
                      <a:pt x="674084" y="331756"/>
                      <a:pt x="665036" y="318611"/>
                      <a:pt x="660368" y="302133"/>
                    </a:cubicBezTo>
                    <a:lnTo>
                      <a:pt x="659606" y="299466"/>
                    </a:lnTo>
                    <a:lnTo>
                      <a:pt x="881825" y="299466"/>
                    </a:lnTo>
                    <a:lnTo>
                      <a:pt x="881825" y="272796"/>
                    </a:lnTo>
                    <a:close/>
                    <a:moveTo>
                      <a:pt x="660368" y="246793"/>
                    </a:moveTo>
                    <a:cubicBezTo>
                      <a:pt x="660368" y="226124"/>
                      <a:pt x="684086" y="189929"/>
                      <a:pt x="735330" y="189929"/>
                    </a:cubicBezTo>
                    <a:cubicBezTo>
                      <a:pt x="786575" y="189929"/>
                      <a:pt x="810387" y="226028"/>
                      <a:pt x="810387" y="246698"/>
                    </a:cubicBezTo>
                    <a:lnTo>
                      <a:pt x="660368" y="246793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solidFill>
                    <a:schemeClr val="tx2"/>
                  </a:solidFill>
                </a:endParaRPr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94D935-4B06-467E-ACD3-E78CD1B86EE3}"/>
                  </a:ext>
                </a:extLst>
              </p:cNvPr>
              <p:cNvSpPr/>
              <p:nvPr/>
            </p:nvSpPr>
            <p:spPr>
              <a:xfrm>
                <a:off x="2358770" y="6728469"/>
                <a:ext cx="79057" cy="79057"/>
              </a:xfrm>
              <a:custGeom>
                <a:avLst/>
                <a:gdLst>
                  <a:gd name="connsiteX0" fmla="*/ 39529 w 79057"/>
                  <a:gd name="connsiteY0" fmla="*/ 5620 h 79057"/>
                  <a:gd name="connsiteX1" fmla="*/ 73438 w 79057"/>
                  <a:gd name="connsiteY1" fmla="*/ 39529 h 79057"/>
                  <a:gd name="connsiteX2" fmla="*/ 39529 w 79057"/>
                  <a:gd name="connsiteY2" fmla="*/ 73438 h 79057"/>
                  <a:gd name="connsiteX3" fmla="*/ 5620 w 79057"/>
                  <a:gd name="connsiteY3" fmla="*/ 39529 h 79057"/>
                  <a:gd name="connsiteX4" fmla="*/ 39529 w 79057"/>
                  <a:gd name="connsiteY4" fmla="*/ 5620 h 79057"/>
                  <a:gd name="connsiteX5" fmla="*/ 39529 w 79057"/>
                  <a:gd name="connsiteY5" fmla="*/ 0 h 79057"/>
                  <a:gd name="connsiteX6" fmla="*/ 0 w 79057"/>
                  <a:gd name="connsiteY6" fmla="*/ 39529 h 79057"/>
                  <a:gd name="connsiteX7" fmla="*/ 39529 w 79057"/>
                  <a:gd name="connsiteY7" fmla="*/ 79058 h 79057"/>
                  <a:gd name="connsiteX8" fmla="*/ 79058 w 79057"/>
                  <a:gd name="connsiteY8" fmla="*/ 39529 h 79057"/>
                  <a:gd name="connsiteX9" fmla="*/ 39529 w 79057"/>
                  <a:gd name="connsiteY9" fmla="*/ 0 h 790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9057" h="79057">
                    <a:moveTo>
                      <a:pt x="39529" y="5620"/>
                    </a:moveTo>
                    <a:cubicBezTo>
                      <a:pt x="58198" y="5620"/>
                      <a:pt x="73438" y="20860"/>
                      <a:pt x="73438" y="39529"/>
                    </a:cubicBezTo>
                    <a:cubicBezTo>
                      <a:pt x="73438" y="58198"/>
                      <a:pt x="58198" y="73438"/>
                      <a:pt x="39529" y="73438"/>
                    </a:cubicBezTo>
                    <a:cubicBezTo>
                      <a:pt x="20860" y="73438"/>
                      <a:pt x="5620" y="58198"/>
                      <a:pt x="5620" y="39529"/>
                    </a:cubicBezTo>
                    <a:cubicBezTo>
                      <a:pt x="5620" y="20860"/>
                      <a:pt x="20860" y="5620"/>
                      <a:pt x="39529" y="5620"/>
                    </a:cubicBezTo>
                    <a:moveTo>
                      <a:pt x="39529" y="0"/>
                    </a:moveTo>
                    <a:cubicBezTo>
                      <a:pt x="17717" y="0"/>
                      <a:pt x="0" y="17717"/>
                      <a:pt x="0" y="39529"/>
                    </a:cubicBezTo>
                    <a:cubicBezTo>
                      <a:pt x="0" y="61341"/>
                      <a:pt x="17717" y="79058"/>
                      <a:pt x="39529" y="79058"/>
                    </a:cubicBezTo>
                    <a:cubicBezTo>
                      <a:pt x="61341" y="79058"/>
                      <a:pt x="79058" y="61341"/>
                      <a:pt x="79058" y="39529"/>
                    </a:cubicBezTo>
                    <a:cubicBezTo>
                      <a:pt x="79058" y="17717"/>
                      <a:pt x="61341" y="0"/>
                      <a:pt x="39529" y="0"/>
                    </a:cubicBezTo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solidFill>
                    <a:schemeClr val="tx2"/>
                  </a:solidFill>
                </a:endParaRPr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3E1BDA4-68F2-4FA3-BD91-CBC85BF15A79}"/>
                  </a:ext>
                </a:extLst>
              </p:cNvPr>
              <p:cNvSpPr/>
              <p:nvPr/>
            </p:nvSpPr>
            <p:spPr>
              <a:xfrm>
                <a:off x="2384869" y="6748090"/>
                <a:ext cx="30765" cy="39528"/>
              </a:xfrm>
              <a:custGeom>
                <a:avLst/>
                <a:gdLst>
                  <a:gd name="connsiteX0" fmla="*/ 16383 w 30765"/>
                  <a:gd name="connsiteY0" fmla="*/ 95 h 39528"/>
                  <a:gd name="connsiteX1" fmla="*/ 23051 w 30765"/>
                  <a:gd name="connsiteY1" fmla="*/ 1715 h 39528"/>
                  <a:gd name="connsiteX2" fmla="*/ 27718 w 30765"/>
                  <a:gd name="connsiteY2" fmla="*/ 6191 h 39528"/>
                  <a:gd name="connsiteX3" fmla="*/ 29337 w 30765"/>
                  <a:gd name="connsiteY3" fmla="*/ 12478 h 39528"/>
                  <a:gd name="connsiteX4" fmla="*/ 27146 w 30765"/>
                  <a:gd name="connsiteY4" fmla="*/ 19622 h 39528"/>
                  <a:gd name="connsiteX5" fmla="*/ 21812 w 30765"/>
                  <a:gd name="connsiteY5" fmla="*/ 23717 h 39528"/>
                  <a:gd name="connsiteX6" fmla="*/ 30766 w 30765"/>
                  <a:gd name="connsiteY6" fmla="*/ 39529 h 39528"/>
                  <a:gd name="connsiteX7" fmla="*/ 23717 w 30765"/>
                  <a:gd name="connsiteY7" fmla="*/ 39529 h 39528"/>
                  <a:gd name="connsiteX8" fmla="*/ 15526 w 30765"/>
                  <a:gd name="connsiteY8" fmla="*/ 24860 h 39528"/>
                  <a:gd name="connsiteX9" fmla="*/ 6191 w 30765"/>
                  <a:gd name="connsiteY9" fmla="*/ 24860 h 39528"/>
                  <a:gd name="connsiteX10" fmla="*/ 6191 w 30765"/>
                  <a:gd name="connsiteY10" fmla="*/ 39529 h 39528"/>
                  <a:gd name="connsiteX11" fmla="*/ 0 w 30765"/>
                  <a:gd name="connsiteY11" fmla="*/ 39529 h 39528"/>
                  <a:gd name="connsiteX12" fmla="*/ 0 w 30765"/>
                  <a:gd name="connsiteY12" fmla="*/ 0 h 39528"/>
                  <a:gd name="connsiteX13" fmla="*/ 16383 w 30765"/>
                  <a:gd name="connsiteY13" fmla="*/ 0 h 39528"/>
                  <a:gd name="connsiteX14" fmla="*/ 16383 w 30765"/>
                  <a:gd name="connsiteY14" fmla="*/ 19336 h 39528"/>
                  <a:gd name="connsiteX15" fmla="*/ 19907 w 30765"/>
                  <a:gd name="connsiteY15" fmla="*/ 18478 h 39528"/>
                  <a:gd name="connsiteX16" fmla="*/ 22289 w 30765"/>
                  <a:gd name="connsiteY16" fmla="*/ 16097 h 39528"/>
                  <a:gd name="connsiteX17" fmla="*/ 23146 w 30765"/>
                  <a:gd name="connsiteY17" fmla="*/ 12573 h 39528"/>
                  <a:gd name="connsiteX18" fmla="*/ 22289 w 30765"/>
                  <a:gd name="connsiteY18" fmla="*/ 9049 h 39528"/>
                  <a:gd name="connsiteX19" fmla="*/ 19907 w 30765"/>
                  <a:gd name="connsiteY19" fmla="*/ 6668 h 39528"/>
                  <a:gd name="connsiteX20" fmla="*/ 16383 w 30765"/>
                  <a:gd name="connsiteY20" fmla="*/ 5810 h 39528"/>
                  <a:gd name="connsiteX21" fmla="*/ 6191 w 30765"/>
                  <a:gd name="connsiteY21" fmla="*/ 5810 h 39528"/>
                  <a:gd name="connsiteX22" fmla="*/ 6191 w 30765"/>
                  <a:gd name="connsiteY22" fmla="*/ 19336 h 39528"/>
                  <a:gd name="connsiteX23" fmla="*/ 16383 w 30765"/>
                  <a:gd name="connsiteY23" fmla="*/ 19336 h 39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0765" h="39528">
                    <a:moveTo>
                      <a:pt x="16383" y="95"/>
                    </a:moveTo>
                    <a:cubicBezTo>
                      <a:pt x="18860" y="95"/>
                      <a:pt x="21050" y="667"/>
                      <a:pt x="23051" y="1715"/>
                    </a:cubicBezTo>
                    <a:cubicBezTo>
                      <a:pt x="25051" y="2762"/>
                      <a:pt x="26575" y="4286"/>
                      <a:pt x="27718" y="6191"/>
                    </a:cubicBezTo>
                    <a:cubicBezTo>
                      <a:pt x="28861" y="8096"/>
                      <a:pt x="29337" y="10192"/>
                      <a:pt x="29337" y="12478"/>
                    </a:cubicBezTo>
                    <a:cubicBezTo>
                      <a:pt x="29337" y="15335"/>
                      <a:pt x="28575" y="17717"/>
                      <a:pt x="27146" y="19622"/>
                    </a:cubicBezTo>
                    <a:cubicBezTo>
                      <a:pt x="25718" y="21527"/>
                      <a:pt x="23908" y="22860"/>
                      <a:pt x="21812" y="23717"/>
                    </a:cubicBezTo>
                    <a:lnTo>
                      <a:pt x="30766" y="39529"/>
                    </a:lnTo>
                    <a:lnTo>
                      <a:pt x="23717" y="39529"/>
                    </a:lnTo>
                    <a:lnTo>
                      <a:pt x="15526" y="24860"/>
                    </a:lnTo>
                    <a:lnTo>
                      <a:pt x="6191" y="24860"/>
                    </a:lnTo>
                    <a:lnTo>
                      <a:pt x="6191" y="39529"/>
                    </a:lnTo>
                    <a:lnTo>
                      <a:pt x="0" y="39529"/>
                    </a:lnTo>
                    <a:lnTo>
                      <a:pt x="0" y="0"/>
                    </a:lnTo>
                    <a:lnTo>
                      <a:pt x="16383" y="0"/>
                    </a:lnTo>
                    <a:close/>
                    <a:moveTo>
                      <a:pt x="16383" y="19336"/>
                    </a:moveTo>
                    <a:cubicBezTo>
                      <a:pt x="17717" y="19336"/>
                      <a:pt x="18860" y="19050"/>
                      <a:pt x="19907" y="18478"/>
                    </a:cubicBezTo>
                    <a:cubicBezTo>
                      <a:pt x="20955" y="17907"/>
                      <a:pt x="21717" y="17050"/>
                      <a:pt x="22289" y="16097"/>
                    </a:cubicBezTo>
                    <a:cubicBezTo>
                      <a:pt x="22860" y="15050"/>
                      <a:pt x="23146" y="13906"/>
                      <a:pt x="23146" y="12573"/>
                    </a:cubicBezTo>
                    <a:cubicBezTo>
                      <a:pt x="23146" y="11240"/>
                      <a:pt x="22860" y="10097"/>
                      <a:pt x="22289" y="9049"/>
                    </a:cubicBezTo>
                    <a:cubicBezTo>
                      <a:pt x="21717" y="8001"/>
                      <a:pt x="20860" y="7239"/>
                      <a:pt x="19907" y="6668"/>
                    </a:cubicBezTo>
                    <a:cubicBezTo>
                      <a:pt x="18860" y="6096"/>
                      <a:pt x="17717" y="5810"/>
                      <a:pt x="16383" y="5810"/>
                    </a:cubicBezTo>
                    <a:lnTo>
                      <a:pt x="6191" y="5810"/>
                    </a:lnTo>
                    <a:lnTo>
                      <a:pt x="6191" y="19336"/>
                    </a:lnTo>
                    <a:lnTo>
                      <a:pt x="16383" y="19336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solidFill>
                    <a:schemeClr val="tx2"/>
                  </a:solidFill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7CB41B-3068-4384-9BC0-40733D6A5379}"/>
                </a:ext>
              </a:extLst>
            </p:cNvPr>
            <p:cNvSpPr/>
            <p:nvPr userDrawn="1"/>
          </p:nvSpPr>
          <p:spPr>
            <a:xfrm>
              <a:off x="3619109" y="1701885"/>
              <a:ext cx="4430557" cy="804533"/>
            </a:xfrm>
            <a:prstGeom prst="rect">
              <a:avLst/>
            </a:prstGeom>
            <a:ln w="12700">
              <a:miter lim="400000"/>
            </a:ln>
          </p:spPr>
          <p:txBody>
            <a:bodyPr lIns="0" tIns="0" rIns="0" bIns="0">
              <a:normAutofit/>
            </a:bodyPr>
            <a:lstStyle/>
            <a:p>
              <a:pPr lvl="0" defTabSz="609600">
                <a:lnSpc>
                  <a:spcPct val="100000"/>
                </a:lnSpc>
                <a:spcBef>
                  <a:spcPts val="1200"/>
                </a:spcBef>
                <a:buFont typeface="Wingdings" pitchFamily="2" charset="2"/>
              </a:pPr>
              <a:r>
                <a:rPr lang="en-US" sz="2500" b="0">
                  <a:solidFill>
                    <a:schemeClr val="tx2"/>
                  </a:solidFill>
                  <a:latin typeface="IntelOne Display Medium" panose="020B0703020203020204" pitchFamily="34" charset="0"/>
                  <a:ea typeface="Intel Clear" panose="020B0604020203020204" pitchFamily="34" charset="0"/>
                  <a:cs typeface="Intel Clear" panose="020B0604020203020204" pitchFamily="34" charset="0"/>
                  <a:sym typeface="Helvetica"/>
                </a:rPr>
                <a:t>Platform &amp; System</a:t>
              </a:r>
              <a:br>
                <a:rPr lang="en-US" sz="2500" b="0">
                  <a:solidFill>
                    <a:schemeClr val="tx2"/>
                  </a:solidFill>
                  <a:latin typeface="IntelOne Display Medium" panose="020B0703020203020204" pitchFamily="34" charset="0"/>
                  <a:ea typeface="Intel Clear" panose="020B0604020203020204" pitchFamily="34" charset="0"/>
                  <a:cs typeface="Intel Clear" panose="020B0604020203020204" pitchFamily="34" charset="0"/>
                  <a:sym typeface="Helvetica"/>
                </a:rPr>
              </a:br>
              <a:r>
                <a:rPr lang="en-US" sz="2500" b="0">
                  <a:solidFill>
                    <a:schemeClr val="tx2"/>
                  </a:solidFill>
                  <a:latin typeface="IntelOne Display Medium" panose="020B0703020203020204" pitchFamily="34" charset="0"/>
                  <a:ea typeface="Intel Clear" panose="020B0604020203020204" pitchFamily="34" charset="0"/>
                  <a:cs typeface="Intel Clear" panose="020B0604020203020204" pitchFamily="34" charset="0"/>
                  <a:sym typeface="Helvetica"/>
                </a:rPr>
                <a:t>Engineering</a:t>
              </a:r>
            </a:p>
          </p:txBody>
        </p:sp>
      </p:grp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60189B9-A381-4FFA-BCA4-79C0FA6982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989643" y="2579898"/>
            <a:ext cx="9991725" cy="298489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accent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</a:defRPr>
            </a:lvl1pPr>
          </a:lstStyle>
          <a:p>
            <a:r>
              <a:rPr lang="en-US"/>
              <a:t>16pt IntelOne Display Medium Intro Text</a:t>
            </a:r>
          </a:p>
        </p:txBody>
      </p:sp>
    </p:spTree>
    <p:extLst>
      <p:ext uri="{BB962C8B-B14F-4D97-AF65-F5344CB8AC3E}">
        <p14:creationId xmlns:p14="http://schemas.microsoft.com/office/powerpoint/2010/main" val="2839736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Text">
            <a:extLst>
              <a:ext uri="{FF2B5EF4-FFF2-40B4-BE49-F238E27FC236}">
                <a16:creationId xmlns:a16="http://schemas.microsoft.com/office/drawing/2014/main" id="{14C27936-4608-A44C-9C6E-3708646E2002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IntelOne Display Regular Text Goes Here</a:t>
            </a:r>
          </a:p>
        </p:txBody>
      </p:sp>
    </p:spTree>
    <p:extLst>
      <p:ext uri="{BB962C8B-B14F-4D97-AF65-F5344CB8AC3E}">
        <p14:creationId xmlns:p14="http://schemas.microsoft.com/office/powerpoint/2010/main" val="509676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Text">
            <a:extLst>
              <a:ext uri="{FF2B5EF4-FFF2-40B4-BE49-F238E27FC236}">
                <a16:creationId xmlns:a16="http://schemas.microsoft.com/office/drawing/2014/main" id="{14C27936-4608-A44C-9C6E-3708646E2002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IntelOne Display Regular Text Goes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0C540-99BD-45E3-99D2-78C2032EBE57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71370" y="1673454"/>
            <a:ext cx="11010900" cy="45749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529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Text">
            <a:extLst>
              <a:ext uri="{FF2B5EF4-FFF2-40B4-BE49-F238E27FC236}">
                <a16:creationId xmlns:a16="http://schemas.microsoft.com/office/drawing/2014/main" id="{14C27936-4608-A44C-9C6E-3708646E2002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0C540-99BD-45E3-99D2-78C2032EBE57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71370" y="2139953"/>
            <a:ext cx="11010900" cy="41084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980C114-FE9A-4B63-B509-F59F1A2C55A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370" y="1612901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41434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 &amp; 2 Conten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EBEEA47F-E66C-C546-A539-293E792A32C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5712A-D685-7146-A64F-2AEC13EF76F9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71500" y="2139951"/>
            <a:ext cx="5288525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8FE6631-4BAF-4E4B-B6F0-F9ED72A3155E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289113" y="2139951"/>
            <a:ext cx="5288525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4EEAA39-7062-4DCE-91B8-83056F818FA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6730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2 Conten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EBEEA47F-E66C-C546-A539-293E792A32C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5712A-D685-7146-A64F-2AEC13EF76F9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71500" y="1673402"/>
            <a:ext cx="5288525" cy="45848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8FE6631-4BAF-4E4B-B6F0-F9ED72A3155E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289113" y="1673402"/>
            <a:ext cx="5288525" cy="45848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797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, Content &amp;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>
            <a:extLst>
              <a:ext uri="{FF2B5EF4-FFF2-40B4-BE49-F238E27FC236}">
                <a16:creationId xmlns:a16="http://schemas.microsoft.com/office/drawing/2014/main" id="{FAEAC0A3-8438-1245-A28C-64BC26BFB23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67227"/>
            <a:ext cx="5755707" cy="94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25" name="Body Level One…">
            <a:extLst>
              <a:ext uri="{FF2B5EF4-FFF2-40B4-BE49-F238E27FC236}">
                <a16:creationId xmlns:a16="http://schemas.microsoft.com/office/drawing/2014/main" id="{6903F994-74B2-4D40-AA5F-7F3D24A00171}"/>
              </a:ext>
            </a:extLst>
          </p:cNvPr>
          <p:cNvSpPr txBox="1">
            <a:spLocks noGrp="1"/>
          </p:cNvSpPr>
          <p:nvPr>
            <p:ph idx="27" hasCustomPrompt="1"/>
          </p:nvPr>
        </p:nvSpPr>
        <p:spPr>
          <a:xfrm>
            <a:off x="6609331" y="2978828"/>
            <a:ext cx="4668837" cy="345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numCol="1">
            <a:normAutofit/>
          </a:bodyPr>
          <a:lstStyle>
            <a:lvl1pPr marL="0" marR="0" indent="0" algn="l" defTabSz="609600" eaLnBrk="1" fontAlgn="auto" latinLnBrk="0" hangingPunct="1">
              <a:lnSpc>
                <a:spcPts val="24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Image Caption 16pt gray text</a:t>
            </a:r>
          </a:p>
        </p:txBody>
      </p:sp>
      <p:sp>
        <p:nvSpPr>
          <p:cNvPr id="26" name="Body Level One…">
            <a:extLst>
              <a:ext uri="{FF2B5EF4-FFF2-40B4-BE49-F238E27FC236}">
                <a16:creationId xmlns:a16="http://schemas.microsoft.com/office/drawing/2014/main" id="{BF74888E-798E-B543-94EF-279F3EA6E46B}"/>
              </a:ext>
            </a:extLst>
          </p:cNvPr>
          <p:cNvSpPr txBox="1">
            <a:spLocks noGrp="1"/>
          </p:cNvSpPr>
          <p:nvPr>
            <p:ph idx="28" hasCustomPrompt="1"/>
          </p:nvPr>
        </p:nvSpPr>
        <p:spPr>
          <a:xfrm>
            <a:off x="6609331" y="5929172"/>
            <a:ext cx="4668837" cy="345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numCol="1">
            <a:normAutofit/>
          </a:bodyPr>
          <a:lstStyle>
            <a:lvl1pPr marL="0" marR="0" indent="0" algn="l" defTabSz="609600" eaLnBrk="1" fontAlgn="auto" latinLnBrk="0" hangingPunct="1">
              <a:lnSpc>
                <a:spcPts val="24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Image Caption 16pt gray text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B3C6455-4913-47BC-8232-AB0BABBA08C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609331" y="571500"/>
            <a:ext cx="4668837" cy="2381250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5CA48836-DAA2-4E4F-A22A-2F5682E12CE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609331" y="3537061"/>
            <a:ext cx="4668837" cy="238125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0D3278-E8A7-4B14-A5ED-BE235CEC6F80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571500" y="2139952"/>
            <a:ext cx="5768944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403FD6E6-528D-49D5-BBAB-B26572C15F2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5768944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7329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, Content &amp;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B3C6455-4913-47BC-8232-AB0BABBA08C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615046" y="0"/>
            <a:ext cx="5129422" cy="6416167"/>
          </a:xfrm>
        </p:spPr>
        <p:txBody>
          <a:bodyPr/>
          <a:lstStyle/>
          <a:p>
            <a:endParaRPr lang="en-US"/>
          </a:p>
        </p:txBody>
      </p:sp>
      <p:sp>
        <p:nvSpPr>
          <p:cNvPr id="23" name="Title Text">
            <a:extLst>
              <a:ext uri="{FF2B5EF4-FFF2-40B4-BE49-F238E27FC236}">
                <a16:creationId xmlns:a16="http://schemas.microsoft.com/office/drawing/2014/main" id="{FAEAC0A3-8438-1245-A28C-64BC26BFB23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67227"/>
            <a:ext cx="5747107" cy="94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B7FB3F6-9C71-45A0-8236-12671533CA2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571500" y="2139952"/>
            <a:ext cx="5768944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B1C73349-1E00-4922-970C-187F97CE062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5768944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51293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Full 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AD9210-5064-4050-9368-9292054D5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286" y="0"/>
            <a:ext cx="11744325" cy="6401797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11" name="Title Text">
            <a:extLst>
              <a:ext uri="{FF2B5EF4-FFF2-40B4-BE49-F238E27FC236}">
                <a16:creationId xmlns:a16="http://schemas.microsoft.com/office/drawing/2014/main" id="{14AFAB66-6BED-5D47-B26F-D9C8808F3A18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0"/>
            <a:ext cx="11010899" cy="876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Full page Image, Delete Title if Necessary</a:t>
            </a:r>
          </a:p>
        </p:txBody>
      </p:sp>
    </p:spTree>
    <p:extLst>
      <p:ext uri="{BB962C8B-B14F-4D97-AF65-F5344CB8AC3E}">
        <p14:creationId xmlns:p14="http://schemas.microsoft.com/office/powerpoint/2010/main" val="4262531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F36A7C-A787-47EC-ACD5-77F3FD6AFB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1592529"/>
            <a:ext cx="11010900" cy="3727184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E196E31-7238-4049-821C-D94FDEAEDC5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5461818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302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&amp; 1 Horizontal 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>
            <a:extLst>
              <a:ext uri="{FF2B5EF4-FFF2-40B4-BE49-F238E27FC236}">
                <a16:creationId xmlns:a16="http://schemas.microsoft.com/office/drawing/2014/main" id="{9F7D84C5-5DAC-2A42-8A41-9D307F3BF637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0"/>
            <a:ext cx="11010900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8044E1-ECF5-4A18-811C-E489992140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500" y="3412942"/>
            <a:ext cx="11010900" cy="299175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289E3F-4BC9-4A42-9F40-7227194C57D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71500" y="1556672"/>
            <a:ext cx="11010900" cy="1788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132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har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F36A7C-A787-47EC-ACD5-77F3FD6AFB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1592529"/>
            <a:ext cx="11010900" cy="3727184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7C9FC2E-0D67-4420-A61E-1D363937D03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5461818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j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8869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hart Exa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8B1096-12AE-C0AA-0B03-F3ADE18B9B38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DF4199-9905-E94D-9EEB-E7016E48C0FC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F36A7C-A787-47EC-ACD5-77F3FD6AFB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1599816"/>
            <a:ext cx="11010900" cy="3719897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pic>
        <p:nvPicPr>
          <p:cNvPr id="11" name="Image" descr="Image">
            <a:extLst>
              <a:ext uri="{FF2B5EF4-FFF2-40B4-BE49-F238E27FC236}">
                <a16:creationId xmlns:a16="http://schemas.microsoft.com/office/drawing/2014/main" id="{B9FFF72B-62D2-4E22-9A98-EF3F6229F4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BD06FF7-C66A-4B8C-9693-1423A8337983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22ECF1F-2453-406E-AC0D-F6E6614ECF8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5476099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j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A10DE7-0AC7-4D5F-8A43-A227318C2399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65079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Text">
            <a:extLst>
              <a:ext uri="{FF2B5EF4-FFF2-40B4-BE49-F238E27FC236}">
                <a16:creationId xmlns:a16="http://schemas.microsoft.com/office/drawing/2014/main" id="{56CA39C9-EAE4-4511-9CE8-BB4D4B47FC0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2140785"/>
            <a:ext cx="11010816" cy="1651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b" anchorCtr="0">
            <a:noAutofit/>
          </a:bodyPr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Break Text Goes Here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B923F7B-306D-4D7E-9DB3-5B163B8D53FC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3939750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j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49224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 &amp; Content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D52DEDE-45E8-4299-ACA0-E12DB19D884D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7" name="Square"/>
          <p:cNvSpPr/>
          <p:nvPr/>
        </p:nvSpPr>
        <p:spPr>
          <a:xfrm>
            <a:off x="709974" y="2295859"/>
            <a:ext cx="318638" cy="318638"/>
          </a:xfrm>
          <a:prstGeom prst="rect">
            <a:avLst/>
          </a:prstGeom>
          <a:solidFill>
            <a:srgbClr val="00C7FD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68B5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98" name="Square"/>
          <p:cNvSpPr/>
          <p:nvPr/>
        </p:nvSpPr>
        <p:spPr>
          <a:xfrm>
            <a:off x="536812" y="2122317"/>
            <a:ext cx="174318" cy="174318"/>
          </a:xfrm>
          <a:prstGeom prst="rect">
            <a:avLst/>
          </a:prstGeom>
          <a:solidFill>
            <a:srgbClr val="7BDE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99" name="Square"/>
          <p:cNvSpPr/>
          <p:nvPr/>
        </p:nvSpPr>
        <p:spPr>
          <a:xfrm>
            <a:off x="709974" y="2023075"/>
            <a:ext cx="98724" cy="98723"/>
          </a:xfrm>
          <a:prstGeom prst="rect">
            <a:avLst/>
          </a:prstGeom>
          <a:solidFill>
            <a:srgbClr val="B4F0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700" name="Rectangle"/>
          <p:cNvSpPr/>
          <p:nvPr/>
        </p:nvSpPr>
        <p:spPr>
          <a:xfrm>
            <a:off x="5805612" y="402558"/>
            <a:ext cx="5927511" cy="600347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pic>
        <p:nvPicPr>
          <p:cNvPr id="70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5846515-4871-AA4D-B71A-1561CC2E3701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FE89D76-523B-456C-9EE9-BC9CB964E5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D8740F-FED9-4D14-9DF3-3BA84ADF820C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23" name="Title Text">
            <a:extLst>
              <a:ext uri="{FF2B5EF4-FFF2-40B4-BE49-F238E27FC236}">
                <a16:creationId xmlns:a16="http://schemas.microsoft.com/office/drawing/2014/main" id="{5F192548-45E5-4F50-A32B-E61F6CFA996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38703551-AC59-4BD9-8B3C-616B6DFB3DB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AF703F-9D68-4735-9044-7BFF431B70D7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DDCE6-58AB-15FD-C521-C87E700A07C9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5007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 &amp; Content Blu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CAFEFBCC-863C-4F43-BF36-580A6B0AB179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Rectangle">
            <a:extLst>
              <a:ext uri="{FF2B5EF4-FFF2-40B4-BE49-F238E27FC236}">
                <a16:creationId xmlns:a16="http://schemas.microsoft.com/office/drawing/2014/main" id="{8A1BD37C-2C85-4873-ABDD-4B358A87ED4B}"/>
              </a:ext>
            </a:extLst>
          </p:cNvPr>
          <p:cNvSpPr/>
          <p:nvPr userDrawn="1"/>
        </p:nvSpPr>
        <p:spPr>
          <a:xfrm>
            <a:off x="5804658" y="402558"/>
            <a:ext cx="5927511" cy="600347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0" name="Square"/>
          <p:cNvSpPr/>
          <p:nvPr/>
        </p:nvSpPr>
        <p:spPr>
          <a:xfrm>
            <a:off x="707513" y="2295859"/>
            <a:ext cx="318638" cy="318638"/>
          </a:xfrm>
          <a:prstGeom prst="rect">
            <a:avLst/>
          </a:prstGeom>
          <a:solidFill>
            <a:srgbClr val="D9692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68B5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1" name="Square"/>
          <p:cNvSpPr/>
          <p:nvPr/>
        </p:nvSpPr>
        <p:spPr>
          <a:xfrm>
            <a:off x="533946" y="2122317"/>
            <a:ext cx="174318" cy="174318"/>
          </a:xfrm>
          <a:prstGeom prst="rect">
            <a:avLst/>
          </a:prstGeom>
          <a:solidFill>
            <a:srgbClr val="F6CB4B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2" name="Square"/>
          <p:cNvSpPr/>
          <p:nvPr/>
        </p:nvSpPr>
        <p:spPr>
          <a:xfrm>
            <a:off x="707513" y="2023075"/>
            <a:ext cx="98724" cy="98723"/>
          </a:xfrm>
          <a:prstGeom prst="rect">
            <a:avLst/>
          </a:prstGeom>
          <a:solidFill>
            <a:srgbClr val="D9692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pic>
        <p:nvPicPr>
          <p:cNvPr id="67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90FD0E6-78D1-5F44-A938-3A961F43FACD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5002A24-73D0-4602-A8A1-5D9281BAF93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1659E3-0873-4033-A7E2-31DB4A07B08A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25" name="Title Text">
            <a:extLst>
              <a:ext uri="{FF2B5EF4-FFF2-40B4-BE49-F238E27FC236}">
                <a16:creationId xmlns:a16="http://schemas.microsoft.com/office/drawing/2014/main" id="{1F252960-CAAB-483D-8A6A-5882E4B6282A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AFA146E-21CD-4BD6-A89D-E6C5A685081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AE4B36-5E58-4318-A51C-D48318376856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AF1D4-427B-26FA-B3DD-580A1EC4F508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44237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Sub, Content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">
            <a:extLst>
              <a:ext uri="{FF2B5EF4-FFF2-40B4-BE49-F238E27FC236}">
                <a16:creationId xmlns:a16="http://schemas.microsoft.com/office/drawing/2014/main" id="{1EFAB719-B3C2-4520-AFF9-4A06F169DB2B}"/>
              </a:ext>
            </a:extLst>
          </p:cNvPr>
          <p:cNvSpPr/>
          <p:nvPr userDrawn="1"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511" name="Rectangle"/>
          <p:cNvSpPr/>
          <p:nvPr/>
        </p:nvSpPr>
        <p:spPr>
          <a:xfrm>
            <a:off x="5805527" y="401865"/>
            <a:ext cx="5927511" cy="60034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97FC80-1304-44AF-BD9E-CFB8D3B37C99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itle Text">
            <a:extLst>
              <a:ext uri="{FF2B5EF4-FFF2-40B4-BE49-F238E27FC236}">
                <a16:creationId xmlns:a16="http://schemas.microsoft.com/office/drawing/2014/main" id="{1B60A262-0CE7-4C6B-B734-0B0EA0F1A4A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B80F0DD-816B-4E0B-8C85-8413DB8C70E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78484E-3DC4-4DF6-819B-FDDDA6F166CB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709762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 &amp; Content Blu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FE89D76-523B-456C-9EE9-BC9CB964E5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itle Text">
            <a:extLst>
              <a:ext uri="{FF2B5EF4-FFF2-40B4-BE49-F238E27FC236}">
                <a16:creationId xmlns:a16="http://schemas.microsoft.com/office/drawing/2014/main" id="{72D74CEB-BA0A-43F1-82CE-384185B612C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accent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50F55EEA-3D90-42F4-B8D0-30E0374D2A5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CCC3F4-FFF1-4AD9-8605-41A61B8926CF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22DFF-5663-40DE-9B54-4149EDB7740E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chemeClr val="tx2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pic>
        <p:nvPicPr>
          <p:cNvPr id="22" name="Image" descr="Image">
            <a:extLst>
              <a:ext uri="{FF2B5EF4-FFF2-40B4-BE49-F238E27FC236}">
                <a16:creationId xmlns:a16="http://schemas.microsoft.com/office/drawing/2014/main" id="{E5997704-33EA-4D7D-8B55-E46DD22168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C3544D4-6B59-4B11-BC0E-2FD48F693641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900A94-27EC-4B60-8F3E-98E15BBD77FB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2248299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Sub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5">
            <a:extLst>
              <a:ext uri="{FF2B5EF4-FFF2-40B4-BE49-F238E27FC236}">
                <a16:creationId xmlns:a16="http://schemas.microsoft.com/office/drawing/2014/main" id="{F0529FEA-BEC4-644C-94EE-601D5BED26F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73880909"/>
              </p:ext>
            </p:extLst>
          </p:nvPr>
        </p:nvGraphicFramePr>
        <p:xfrm>
          <a:off x="7201593" y="1799047"/>
          <a:ext cx="3472287" cy="402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itle Text">
            <a:extLst>
              <a:ext uri="{FF2B5EF4-FFF2-40B4-BE49-F238E27FC236}">
                <a16:creationId xmlns:a16="http://schemas.microsoft.com/office/drawing/2014/main" id="{0EA1A176-5931-41CA-86D5-15FC4398AA40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 anchorCtr="0">
            <a:no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48pt Intel Clear Light Body. For content that is not a section, but has a big idea in text only.</a:t>
            </a:r>
          </a:p>
        </p:txBody>
      </p:sp>
    </p:spTree>
    <p:extLst>
      <p:ext uri="{BB962C8B-B14F-4D97-AF65-F5344CB8AC3E}">
        <p14:creationId xmlns:p14="http://schemas.microsoft.com/office/powerpoint/2010/main" val="1147953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&amp; Sub Dark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C76C3D-4110-ACAA-6EB8-79165A997D4A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86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866" name="Text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/>
          <a:p>
            <a:pPr algn="ctr" defTabSz="292100">
              <a:lnSpc>
                <a:spcPct val="100000"/>
              </a:lnSpc>
              <a:spcBef>
                <a:spcPts val="0"/>
              </a:spcBef>
              <a:defRPr sz="1800">
                <a:solidFill>
                  <a:srgbClr val="FFFFFF"/>
                </a:solidFill>
                <a:latin typeface="Intel Clear"/>
                <a:ea typeface="Intel Clear"/>
                <a:cs typeface="Intel Clear"/>
                <a:sym typeface="Intel Clear"/>
              </a:defRPr>
            </a:pPr>
            <a:endParaRPr sz="9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875CE-AB47-3643-8581-D89E9CF7EFC1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E60B70-5DF3-4398-B558-301661292DFC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0" name="Title Text">
            <a:extLst>
              <a:ext uri="{FF2B5EF4-FFF2-40B4-BE49-F238E27FC236}">
                <a16:creationId xmlns:a16="http://schemas.microsoft.com/office/drawing/2014/main" id="{93B25211-1805-4C17-8545-7E02A6786392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 anchorCtr="0">
            <a:no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48pt Intel Clear Light Body. For content that is not a section, but has a big idea in text only.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726B76-67EA-4B08-86F8-3A1AA8F3D73E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781773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44D1EA-AB71-483D-A38D-B3B7B73FDE89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F3B183-64CC-4B66-856D-40373337AF18}"/>
              </a:ext>
            </a:extLst>
          </p:cNvPr>
          <p:cNvSpPr/>
          <p:nvPr userDrawn="1"/>
        </p:nvSpPr>
        <p:spPr>
          <a:xfrm rot="5400000">
            <a:off x="-2978451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E5E1E7-2183-4B5C-97F9-689AAEDB3DF0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B25F83-DE31-1F93-6B53-BB09B3502689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8983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2E257-2A76-E344-863C-0823669A239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1501" y="1524000"/>
            <a:ext cx="11010899" cy="47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EA1751-756A-4277-89A8-22853BBB6D43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5E81FB-A40F-442D-9F46-93B86A7867F5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50166B-FAA2-43BD-917B-2F079E995FBA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E21813-E583-ECCB-546B-AF340416826A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23607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Sub &amp;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Text">
            <a:extLst>
              <a:ext uri="{FF2B5EF4-FFF2-40B4-BE49-F238E27FC236}">
                <a16:creationId xmlns:a16="http://schemas.microsoft.com/office/drawing/2014/main" id="{14C27936-4608-A44C-9C6E-3708646E2002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571500"/>
            <a:ext cx="11010816" cy="9524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0C540-99BD-45E3-99D2-78C2032EBE57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571501" y="2139953"/>
            <a:ext cx="11010900" cy="40975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EBDBCA7-2C63-493A-A58C-D158E3304A6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958B0C-7E1E-42D9-BA94-CF95319AC75D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0930BE-2EF7-4A27-B574-CC7F56E23EEF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CBB7D-7A9A-4CD1-B6FB-25004949C546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C6293F-D651-37FF-05E3-CEA624ECDA91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05365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Sub &amp; 2 Content Colum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EBEEA47F-E66C-C546-A539-293E792A32C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F33857-7180-4ED3-9FC7-EB424BBBE9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71500" y="2139952"/>
            <a:ext cx="5288525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FED0071-C45C-4C2F-B01D-42D95C2A5FB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289113" y="2139952"/>
            <a:ext cx="5288525" cy="411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3C756FD-D367-4604-947F-678A59EDCA7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AFAB4E-A299-44C8-AACE-69AB51C1E618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4F3A26-C068-4B72-A83B-34EFCA4E47A5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2AE109-5FFA-4A88-B0E2-9A19A0CF1AAE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55F1CE-A600-5EEB-80F5-02A91BDBEB53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99680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2 Content Colum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Text">
            <a:extLst>
              <a:ext uri="{FF2B5EF4-FFF2-40B4-BE49-F238E27FC236}">
                <a16:creationId xmlns:a16="http://schemas.microsoft.com/office/drawing/2014/main" id="{EBEEA47F-E66C-C546-A539-293E792A32C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1"/>
            <a:ext cx="11010901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F33857-7180-4ED3-9FC7-EB424BBBE9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71500" y="1671285"/>
            <a:ext cx="5288525" cy="45869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FED0071-C45C-4C2F-B01D-42D95C2A5FB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289113" y="1671285"/>
            <a:ext cx="5288525" cy="45869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78EEDD-B39B-424B-A23C-C9AFBEFC8D27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00D2CD-C9BB-4E5B-B736-64EC2EA21620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CA3A42-7D6C-4976-ACDF-8C158067C500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4030E1-D8FF-EC62-4E45-C8A8D87B4719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33901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Sub, Content &amp; 2 Pictur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Text">
            <a:extLst>
              <a:ext uri="{FF2B5EF4-FFF2-40B4-BE49-F238E27FC236}">
                <a16:creationId xmlns:a16="http://schemas.microsoft.com/office/drawing/2014/main" id="{FAEAC0A3-8438-1245-A28C-64BC26BFB23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4737" y="578113"/>
            <a:ext cx="5747107" cy="94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15" name="Body Level One…">
            <a:extLst>
              <a:ext uri="{FF2B5EF4-FFF2-40B4-BE49-F238E27FC236}">
                <a16:creationId xmlns:a16="http://schemas.microsoft.com/office/drawing/2014/main" id="{DAF2E6DD-A697-4E26-BA6A-EF0449D7430B}"/>
              </a:ext>
            </a:extLst>
          </p:cNvPr>
          <p:cNvSpPr txBox="1">
            <a:spLocks noGrp="1"/>
          </p:cNvSpPr>
          <p:nvPr>
            <p:ph idx="27" hasCustomPrompt="1"/>
          </p:nvPr>
        </p:nvSpPr>
        <p:spPr>
          <a:xfrm>
            <a:off x="6609331" y="2978828"/>
            <a:ext cx="4668837" cy="345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numCol="1">
            <a:normAutofit/>
          </a:bodyPr>
          <a:lstStyle>
            <a:lvl1pPr marL="0" marR="0" indent="0" algn="l" defTabSz="609600" eaLnBrk="1" fontAlgn="auto" latinLnBrk="0" hangingPunct="1">
              <a:lnSpc>
                <a:spcPts val="24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Image Caption 16pt gray text</a:t>
            </a:r>
          </a:p>
        </p:txBody>
      </p:sp>
      <p:sp>
        <p:nvSpPr>
          <p:cNvPr id="16" name="Body Level One…">
            <a:extLst>
              <a:ext uri="{FF2B5EF4-FFF2-40B4-BE49-F238E27FC236}">
                <a16:creationId xmlns:a16="http://schemas.microsoft.com/office/drawing/2014/main" id="{028C5B46-7804-4459-9F82-F56352D0EE54}"/>
              </a:ext>
            </a:extLst>
          </p:cNvPr>
          <p:cNvSpPr txBox="1">
            <a:spLocks noGrp="1"/>
          </p:cNvSpPr>
          <p:nvPr>
            <p:ph idx="28" hasCustomPrompt="1"/>
          </p:nvPr>
        </p:nvSpPr>
        <p:spPr>
          <a:xfrm>
            <a:off x="6609331" y="5929172"/>
            <a:ext cx="4668837" cy="3453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numCol="1">
            <a:normAutofit/>
          </a:bodyPr>
          <a:lstStyle>
            <a:lvl1pPr marL="0" marR="0" indent="0" algn="l" defTabSz="609600" eaLnBrk="1" fontAlgn="auto" latinLnBrk="0" hangingPunct="1">
              <a:lnSpc>
                <a:spcPts val="24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Image Caption 16pt gray text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947F6B19-5E1B-43E2-BA93-7E68A56CB6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609331" y="571500"/>
            <a:ext cx="4668837" cy="2381250"/>
          </a:xfrm>
        </p:spPr>
        <p:txBody>
          <a:bodyPr/>
          <a:lstStyle/>
          <a:p>
            <a:endParaRPr lang="en-US"/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CDDC13B9-04CD-43E8-B565-A92ABD110AA2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609331" y="3537061"/>
            <a:ext cx="4668837" cy="2381250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F999432-84A5-47D5-B81D-D131E93A939B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571500" y="2139952"/>
            <a:ext cx="5760344" cy="41084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65378F4-C669-453E-AB16-D61CB1EBDA7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1" y="1612901"/>
            <a:ext cx="5760344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888EEF-DC90-47D1-B68D-DAD1BA7BE428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12B19-CF53-47D7-9EA3-459DABB1406B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8528D97-1CAF-4C8A-B592-1DF284449B8A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35D9A4-98CF-0706-259E-5DA24AA29852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845550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Sub, Content &amp;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B3C6455-4913-47BC-8232-AB0BABBA08C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615046" y="403981"/>
            <a:ext cx="5129422" cy="6012186"/>
          </a:xfrm>
        </p:spPr>
        <p:txBody>
          <a:bodyPr/>
          <a:lstStyle/>
          <a:p>
            <a:endParaRPr lang="en-US"/>
          </a:p>
        </p:txBody>
      </p:sp>
      <p:sp>
        <p:nvSpPr>
          <p:cNvPr id="23" name="Title Text">
            <a:extLst>
              <a:ext uri="{FF2B5EF4-FFF2-40B4-BE49-F238E27FC236}">
                <a16:creationId xmlns:a16="http://schemas.microsoft.com/office/drawing/2014/main" id="{FAEAC0A3-8438-1245-A28C-64BC26BFB231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4737" y="578113"/>
            <a:ext cx="5747107" cy="94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AB9BADD-04D4-4686-970E-FB0049CC09CC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71500" y="2139952"/>
            <a:ext cx="5760344" cy="41084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DA4378E-36CA-41C6-8E85-727E1F91A67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1612901"/>
            <a:ext cx="576034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14A5EA-7602-4C8C-B95C-5306CD887FFF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435B75-DFD3-4791-ACEA-AF630FFAB9AF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493ADA-DEA0-4FB5-B0D7-C25658A429A4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2804EB-9380-77E3-6E21-622EF9B739A6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997273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&amp; 1 Horizonta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>
            <a:extLst>
              <a:ext uri="{FF2B5EF4-FFF2-40B4-BE49-F238E27FC236}">
                <a16:creationId xmlns:a16="http://schemas.microsoft.com/office/drawing/2014/main" id="{9F7D84C5-5DAC-2A42-8A41-9D307F3BF637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0"/>
            <a:ext cx="11010900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40pt Intel Clear Light Text Goes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8044E1-ECF5-4A18-811C-E489992140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500" y="3523195"/>
            <a:ext cx="11172102" cy="289083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289E3F-4BC9-4A42-9F40-7227194C57D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71500" y="1556672"/>
            <a:ext cx="11010900" cy="1788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8EB66-8674-4A4F-B55A-79488DD6B4DC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B9E7C7-FA12-4331-A70E-193D07092A46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A11507-56CF-4CB8-A2E2-2679F0FA12C5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5073C-A7A4-AF27-814F-342CFD46355E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432394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Full Page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AD9210-5064-4050-9368-9292054D5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550" y="450549"/>
            <a:ext cx="11305062" cy="5956776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11" name="Title Text">
            <a:extLst>
              <a:ext uri="{FF2B5EF4-FFF2-40B4-BE49-F238E27FC236}">
                <a16:creationId xmlns:a16="http://schemas.microsoft.com/office/drawing/2014/main" id="{14AFAB66-6BED-5D47-B26F-D9C8808F3A18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0" y="571500"/>
            <a:ext cx="11010899" cy="876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Full page Image, Delete Title if Necessary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EAB082-32C5-47FD-9ECB-602F4FA1556E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8E4005-6DA6-4443-A120-563FA414CBD8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9BAFF8-85D5-412A-874A-20B122C0CCB3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1DE84A-170D-9ABB-56FC-7EE1DDC54BCC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23256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&amp; Sub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5">
            <a:extLst>
              <a:ext uri="{FF2B5EF4-FFF2-40B4-BE49-F238E27FC236}">
                <a16:creationId xmlns:a16="http://schemas.microsoft.com/office/drawing/2014/main" id="{F0529FEA-BEC4-644C-94EE-601D5BED26F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73880909"/>
              </p:ext>
            </p:extLst>
          </p:nvPr>
        </p:nvGraphicFramePr>
        <p:xfrm>
          <a:off x="7201593" y="1799047"/>
          <a:ext cx="3472287" cy="4025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itle Text">
            <a:extLst>
              <a:ext uri="{FF2B5EF4-FFF2-40B4-BE49-F238E27FC236}">
                <a16:creationId xmlns:a16="http://schemas.microsoft.com/office/drawing/2014/main" id="{0EA1A176-5931-41CA-86D5-15FC4398AA40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 anchor="ctr" anchorCtr="0">
            <a:no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48pt Intel Clear Light Body. For content that is not a section, but has a big idea in text only.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7652EB-8B2D-46CC-B147-89A4C26A2D8F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1A480A-B7B4-498C-9868-A91E2651D429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BC2DB3-0597-403F-A15B-A6070E1BBA44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8AC9E2-1902-AD50-82A9-B2521A35FA86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84817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&amp; Sub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quare"/>
          <p:cNvSpPr/>
          <p:nvPr/>
        </p:nvSpPr>
        <p:spPr>
          <a:xfrm>
            <a:off x="11743603" y="6405281"/>
            <a:ext cx="448398" cy="45272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26FC5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pic>
        <p:nvPicPr>
          <p:cNvPr id="86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866" name="Text"/>
          <p:cNvSpPr txBox="1"/>
          <p:nvPr/>
        </p:nvSpPr>
        <p:spPr>
          <a:xfrm>
            <a:off x="11942955" y="6538004"/>
            <a:ext cx="51361" cy="189796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/>
          <a:p>
            <a:pPr algn="ctr" defTabSz="292100">
              <a:lnSpc>
                <a:spcPct val="100000"/>
              </a:lnSpc>
              <a:spcBef>
                <a:spcPts val="0"/>
              </a:spcBef>
              <a:defRPr sz="1800">
                <a:solidFill>
                  <a:srgbClr val="FFFFFF"/>
                </a:solidFill>
                <a:latin typeface="Intel Clear"/>
                <a:ea typeface="Intel Clear"/>
                <a:cs typeface="Intel Clear"/>
                <a:sym typeface="Intel Clear"/>
              </a:defRPr>
            </a:pPr>
            <a:endParaRPr sz="9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875CE-AB47-3643-8581-D89E9CF7EFC1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A778AB-F6EC-4101-87E6-DECF7944E661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0" name="Title Text">
            <a:extLst>
              <a:ext uri="{FF2B5EF4-FFF2-40B4-BE49-F238E27FC236}">
                <a16:creationId xmlns:a16="http://schemas.microsoft.com/office/drawing/2014/main" id="{E400EEBB-F912-40CA-A759-DEFE1516497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444480" y="1917036"/>
            <a:ext cx="9303040" cy="302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 anchorCtr="0">
            <a:noAutofit/>
          </a:bodyPr>
          <a:lstStyle>
            <a:lvl1pPr algn="ct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48pt Intel Clear Light Body. For content that is not a section, but has a big idea in text only.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A1D59B-812E-441B-AE95-39203B1507E8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9210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hart Exa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7759918-59AA-4DFC-90DA-60CD5B2BD6B8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DF4199-9905-E94D-9EEB-E7016E48C0FC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0" name="Title Text">
            <a:extLst>
              <a:ext uri="{FF2B5EF4-FFF2-40B4-BE49-F238E27FC236}">
                <a16:creationId xmlns:a16="http://schemas.microsoft.com/office/drawing/2014/main" id="{145FA424-6F4D-7644-8964-49FF4943202D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501" y="571501"/>
            <a:ext cx="11022060" cy="873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40pt IntelOne Display Regular Text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F36A7C-A787-47EC-ACD5-77F3FD6AFB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1599816"/>
            <a:ext cx="11010900" cy="3719897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  <p:pic>
        <p:nvPicPr>
          <p:cNvPr id="11" name="Image" descr="Image">
            <a:extLst>
              <a:ext uri="{FF2B5EF4-FFF2-40B4-BE49-F238E27FC236}">
                <a16:creationId xmlns:a16="http://schemas.microsoft.com/office/drawing/2014/main" id="{B9FFF72B-62D2-4E22-9A98-EF3F6229F4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BD06FF7-C66A-4B8C-9693-1423A8337983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22ECF1F-2453-406E-AC0D-F6E6614ECF8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5476099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C53A36-6661-45AA-8054-02BA7512E621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D3826C-4FFE-4DFC-A1D2-269A5DBFA370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4FA57E-B05A-4E39-961D-99F4A71433C9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14DC8-5341-4DE0-B053-DD7447C1E570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59977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8B5B8CD-DD94-44E8-9F69-C9075C2E0A93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72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F655609-5439-9C4A-8F0D-9AB5A1AAC9A3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4D76E8-466A-4C06-9261-BDE1AA914749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6" name="Title Text">
            <a:extLst>
              <a:ext uri="{FF2B5EF4-FFF2-40B4-BE49-F238E27FC236}">
                <a16:creationId xmlns:a16="http://schemas.microsoft.com/office/drawing/2014/main" id="{38003A1C-51D1-4427-BFE8-8448E4C61D6B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71370" y="2140785"/>
            <a:ext cx="11010816" cy="1651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b" anchorCtr="0">
            <a:noAutofit/>
          </a:bodyPr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Section Break Text Goes Here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30F9DFC-5AE2-4BB1-822C-8EAEAE2CA5F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71500" y="3948942"/>
            <a:ext cx="11022013" cy="438150"/>
          </a:xfrm>
        </p:spPr>
        <p:txBody>
          <a:bodyPr/>
          <a:lstStyle>
            <a:lvl1pPr marL="0" indent="0">
              <a:buNone/>
              <a:defRPr>
                <a:solidFill>
                  <a:schemeClr val="accent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2519BB-51CE-4A9C-AFEF-514971F5D779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DF363C-67E3-448E-B427-79A50F07FBB8}"/>
              </a:ext>
            </a:extLst>
          </p:cNvPr>
          <p:cNvSpPr/>
          <p:nvPr userDrawn="1"/>
        </p:nvSpPr>
        <p:spPr>
          <a:xfrm>
            <a:off x="-1" y="2583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9FF653-9D19-4171-B6D3-D80AEC25F442}"/>
              </a:ext>
            </a:extLst>
          </p:cNvPr>
          <p:cNvSpPr/>
          <p:nvPr userDrawn="1"/>
        </p:nvSpPr>
        <p:spPr>
          <a:xfrm rot="5400000">
            <a:off x="-2978451" y="2997078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F00D4-41A2-4585-8D28-2DB67C609CC9}"/>
              </a:ext>
            </a:extLst>
          </p:cNvPr>
          <p:cNvSpPr/>
          <p:nvPr userDrawn="1"/>
        </p:nvSpPr>
        <p:spPr>
          <a:xfrm rot="5400000">
            <a:off x="8745960" y="2984502"/>
            <a:ext cx="6432602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DE25AFD-BB81-418C-8ACE-AC966695570D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11111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 &amp; Content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3DF36A0-5620-454E-8EA8-AE20E521C2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80"/>
          <a:stretch/>
        </p:blipFill>
        <p:spPr>
          <a:xfrm>
            <a:off x="6826272" y="1"/>
            <a:ext cx="5365728" cy="684953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2CCB470-72EA-4339-80A9-3F24AEDEE3D7}"/>
              </a:ext>
            </a:extLst>
          </p:cNvPr>
          <p:cNvSpPr/>
          <p:nvPr userDrawn="1"/>
        </p:nvSpPr>
        <p:spPr>
          <a:xfrm>
            <a:off x="-8022" y="6408858"/>
            <a:ext cx="11742822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033D29-86DA-4900-9C91-7D1C3B4B60F2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D6B5C2-42E7-407E-BE78-F2C44FD8D5DC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627F3F4-1824-4CFD-910C-E687EA9C088D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97" name="Square"/>
          <p:cNvSpPr/>
          <p:nvPr/>
        </p:nvSpPr>
        <p:spPr>
          <a:xfrm>
            <a:off x="709974" y="2295859"/>
            <a:ext cx="318638" cy="318638"/>
          </a:xfrm>
          <a:prstGeom prst="rect">
            <a:avLst/>
          </a:prstGeom>
          <a:solidFill>
            <a:srgbClr val="00C7FD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68B5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98" name="Square"/>
          <p:cNvSpPr/>
          <p:nvPr/>
        </p:nvSpPr>
        <p:spPr>
          <a:xfrm>
            <a:off x="536812" y="2122317"/>
            <a:ext cx="174318" cy="174318"/>
          </a:xfrm>
          <a:prstGeom prst="rect">
            <a:avLst/>
          </a:prstGeom>
          <a:solidFill>
            <a:srgbClr val="7BDE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99" name="Square"/>
          <p:cNvSpPr/>
          <p:nvPr/>
        </p:nvSpPr>
        <p:spPr>
          <a:xfrm>
            <a:off x="709974" y="2023075"/>
            <a:ext cx="98724" cy="98723"/>
          </a:xfrm>
          <a:prstGeom prst="rect">
            <a:avLst/>
          </a:prstGeom>
          <a:solidFill>
            <a:srgbClr val="B4F0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700" name="Rectangle"/>
          <p:cNvSpPr/>
          <p:nvPr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pic>
        <p:nvPicPr>
          <p:cNvPr id="70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5846515-4871-AA4D-B71A-1561CC2E3701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FE89D76-523B-456C-9EE9-BC9CB964E5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D8740F-FED9-4D14-9DF3-3BA84ADF820C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23" name="Title Text">
            <a:extLst>
              <a:ext uri="{FF2B5EF4-FFF2-40B4-BE49-F238E27FC236}">
                <a16:creationId xmlns:a16="http://schemas.microsoft.com/office/drawing/2014/main" id="{5F192548-45E5-4F50-A32B-E61F6CFA996F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38703551-AC59-4BD9-8B3C-616B6DFB3DB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AF6BF-0D50-4786-AE0D-AFED38995570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2929401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 &amp; Content Blu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548C9A9D-D02A-4F97-A664-2C189CBA3A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80"/>
          <a:stretch/>
        </p:blipFill>
        <p:spPr>
          <a:xfrm>
            <a:off x="6813138" y="9516"/>
            <a:ext cx="5370841" cy="6856059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8AA7C76-3BA8-49B3-93E9-EE289D99CC60}"/>
              </a:ext>
            </a:extLst>
          </p:cNvPr>
          <p:cNvSpPr/>
          <p:nvPr userDrawn="1"/>
        </p:nvSpPr>
        <p:spPr>
          <a:xfrm>
            <a:off x="-8022" y="6408858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2" name="Rectangle">
            <a:extLst>
              <a:ext uri="{FF2B5EF4-FFF2-40B4-BE49-F238E27FC236}">
                <a16:creationId xmlns:a16="http://schemas.microsoft.com/office/drawing/2014/main" id="{8A1BD37C-2C85-4873-ABDD-4B358A87ED4B}"/>
              </a:ext>
            </a:extLst>
          </p:cNvPr>
          <p:cNvSpPr/>
          <p:nvPr userDrawn="1"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0" name="Square"/>
          <p:cNvSpPr/>
          <p:nvPr/>
        </p:nvSpPr>
        <p:spPr>
          <a:xfrm>
            <a:off x="707513" y="2295859"/>
            <a:ext cx="318638" cy="318638"/>
          </a:xfrm>
          <a:prstGeom prst="rect">
            <a:avLst/>
          </a:prstGeom>
          <a:solidFill>
            <a:srgbClr val="D9692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68B5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1" name="Square"/>
          <p:cNvSpPr/>
          <p:nvPr/>
        </p:nvSpPr>
        <p:spPr>
          <a:xfrm>
            <a:off x="533946" y="2122317"/>
            <a:ext cx="174318" cy="174318"/>
          </a:xfrm>
          <a:prstGeom prst="rect">
            <a:avLst/>
          </a:prstGeom>
          <a:solidFill>
            <a:srgbClr val="F6CB4B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672" name="Square"/>
          <p:cNvSpPr/>
          <p:nvPr/>
        </p:nvSpPr>
        <p:spPr>
          <a:xfrm>
            <a:off x="707513" y="2023075"/>
            <a:ext cx="98724" cy="98723"/>
          </a:xfrm>
          <a:prstGeom prst="rect">
            <a:avLst/>
          </a:prstGeom>
          <a:solidFill>
            <a:srgbClr val="D9692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pic>
        <p:nvPicPr>
          <p:cNvPr id="673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90FD0E6-78D1-5F44-A938-3A961F43FACD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5002A24-73D0-4602-A8A1-5D9281BAF93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1659E3-0873-4033-A7E2-31DB4A07B08A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25" name="Title Text">
            <a:extLst>
              <a:ext uri="{FF2B5EF4-FFF2-40B4-BE49-F238E27FC236}">
                <a16:creationId xmlns:a16="http://schemas.microsoft.com/office/drawing/2014/main" id="{1F252960-CAAB-483D-8A6A-5882E4B6282A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014757" y="2545222"/>
            <a:ext cx="4785571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AFA146E-21CD-4BD6-A89D-E6C5A685081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42067-8EA4-41FF-8DE5-10515DAC70EE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E4E267-96FC-4660-93C6-8711295824CC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4A4D5D-98F4-42EF-AF69-1ED63E203065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7FE700-B748-4666-841A-AF4E723263F1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1206316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, Content Gra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">
            <a:extLst>
              <a:ext uri="{FF2B5EF4-FFF2-40B4-BE49-F238E27FC236}">
                <a16:creationId xmlns:a16="http://schemas.microsoft.com/office/drawing/2014/main" id="{1EFAB719-B3C2-4520-AFF9-4A06F169DB2B}"/>
              </a:ext>
            </a:extLst>
          </p:cNvPr>
          <p:cNvSpPr/>
          <p:nvPr userDrawn="1"/>
        </p:nvSpPr>
        <p:spPr>
          <a:xfrm>
            <a:off x="5814183" y="402558"/>
            <a:ext cx="5927511" cy="6003471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511" name="Rectangle"/>
          <p:cNvSpPr/>
          <p:nvPr/>
        </p:nvSpPr>
        <p:spPr>
          <a:xfrm>
            <a:off x="5815052" y="401865"/>
            <a:ext cx="5927511" cy="60034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97FC80-1304-44AF-BD9E-CFB8D3B37C99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itle Text">
            <a:extLst>
              <a:ext uri="{FF2B5EF4-FFF2-40B4-BE49-F238E27FC236}">
                <a16:creationId xmlns:a16="http://schemas.microsoft.com/office/drawing/2014/main" id="{1B60A262-0CE7-4C6B-B734-0B0EA0F1A4A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B80F0DD-816B-4E0B-8C85-8413DB8C70E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78484E-3DC4-4DF6-819B-FDDDA6F166CB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70349-247D-46CD-9541-906ECD58D63A}"/>
              </a:ext>
            </a:extLst>
          </p:cNvPr>
          <p:cNvSpPr/>
          <p:nvPr userDrawn="1"/>
        </p:nvSpPr>
        <p:spPr>
          <a:xfrm>
            <a:off x="0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9FE4C3-8847-47B3-AC6E-874F265B0570}"/>
              </a:ext>
            </a:extLst>
          </p:cNvPr>
          <p:cNvSpPr/>
          <p:nvPr userDrawn="1"/>
        </p:nvSpPr>
        <p:spPr>
          <a:xfrm rot="5400000">
            <a:off x="-2978450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3EF41E-862D-4063-9A10-35FD4D4BD95E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94966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Sub &amp; Content Blu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FE89D76-523B-456C-9EE9-BC9CB964E5C3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394450" y="1974850"/>
            <a:ext cx="4852988" cy="37036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itle Text">
            <a:extLst>
              <a:ext uri="{FF2B5EF4-FFF2-40B4-BE49-F238E27FC236}">
                <a16:creationId xmlns:a16="http://schemas.microsoft.com/office/drawing/2014/main" id="{72D74CEB-BA0A-43F1-82CE-384185B612C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54183" y="2545222"/>
            <a:ext cx="4765744" cy="2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 anchorCtr="0">
            <a:noAutofit/>
          </a:bodyPr>
          <a:lstStyle>
            <a:lvl1pPr>
              <a:defRPr sz="4000">
                <a:solidFill>
                  <a:schemeClr val="accent2"/>
                </a:solidFill>
              </a:defRPr>
            </a:lvl1pPr>
          </a:lstStyle>
          <a:p>
            <a:r>
              <a:rPr lang="en-US"/>
              <a:t>Title Text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50F55EEA-3D90-42F4-B8D0-30E0374D2A5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4450" y="740229"/>
            <a:ext cx="4865211" cy="1078146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2"/>
                </a:solidFill>
                <a:latin typeface="+mn-lt"/>
              </a:defRPr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CCC3F4-FFF1-4AD9-8605-41A61B8926CF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22DFF-5663-40DE-9B54-4149EDB7740E}"/>
              </a:ext>
            </a:extLst>
          </p:cNvPr>
          <p:cNvSpPr txBox="1"/>
          <p:nvPr userDrawn="1"/>
        </p:nvSpPr>
        <p:spPr>
          <a:xfrm>
            <a:off x="11881866" y="6268286"/>
            <a:ext cx="207818" cy="4639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l" defTabSz="1219169" rtl="0" fontAlgn="auto" latinLnBrk="0" hangingPunct="0">
              <a:lnSpc>
                <a:spcPct val="90000"/>
              </a:lnSpc>
              <a:spcBef>
                <a:spcPts val="225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302FE90D-A879-0D42-B0CA-7E5C0D197FB5}" type="slidenum">
              <a:rPr kumimoji="0" lang="en-US" sz="85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 Neue"/>
              </a:rPr>
              <a:pPr marL="0" marR="0" indent="0" algn="l" defTabSz="1219169" rtl="0" fontAlgn="auto" latinLnBrk="0" hangingPunct="0">
                <a:lnSpc>
                  <a:spcPct val="90000"/>
                </a:lnSpc>
                <a:spcBef>
                  <a:spcPts val="225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5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Intel Clear" panose="020B0604020203020204" pitchFamily="34" charset="0"/>
              <a:ea typeface="Intel Clear" panose="020B0604020203020204" pitchFamily="34" charset="0"/>
              <a:cs typeface="Intel Clear" panose="020B0604020203020204" pitchFamily="34" charset="0"/>
              <a:sym typeface="Helvetica Neue"/>
            </a:endParaRPr>
          </a:p>
        </p:txBody>
      </p:sp>
      <p:pic>
        <p:nvPicPr>
          <p:cNvPr id="22" name="Image" descr="Image">
            <a:extLst>
              <a:ext uri="{FF2B5EF4-FFF2-40B4-BE49-F238E27FC236}">
                <a16:creationId xmlns:a16="http://schemas.microsoft.com/office/drawing/2014/main" id="{E5997704-33EA-4D7D-8B55-E46DD22168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C3544D4-6B59-4B11-BC0E-2FD48F693641}"/>
              </a:ext>
            </a:extLst>
          </p:cNvPr>
          <p:cNvSpPr/>
          <p:nvPr userDrawn="1"/>
        </p:nvSpPr>
        <p:spPr>
          <a:xfrm>
            <a:off x="5503530" y="6562504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Intel Confidential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2305D9-A12B-4D85-890C-4165D8F9345F}"/>
              </a:ext>
            </a:extLst>
          </p:cNvPr>
          <p:cNvSpPr/>
          <p:nvPr userDrawn="1"/>
        </p:nvSpPr>
        <p:spPr>
          <a:xfrm>
            <a:off x="-1" y="0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11AAA0-22D6-4F26-B68E-8E1910D25DDB}"/>
              </a:ext>
            </a:extLst>
          </p:cNvPr>
          <p:cNvSpPr/>
          <p:nvPr userDrawn="1"/>
        </p:nvSpPr>
        <p:spPr>
          <a:xfrm rot="5400000">
            <a:off x="-2978451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7A7BEA6-654E-4B2B-A928-A9A02881AF29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 lnSpcReduction="10000"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2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E7414E6-5EE9-4933-AA6A-C616C6896CAB}"/>
              </a:ext>
            </a:extLst>
          </p:cNvPr>
          <p:cNvSpPr/>
          <p:nvPr userDrawn="1"/>
        </p:nvSpPr>
        <p:spPr>
          <a:xfrm rot="5400000">
            <a:off x="8758537" y="2978453"/>
            <a:ext cx="6407450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2139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90F7DB6-FA5D-AC8E-079F-18F34F65C0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" y="0"/>
            <a:ext cx="12172168" cy="6858000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DA94F2D-B7BD-4CE9-A606-F00802F313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99949" y="2409775"/>
            <a:ext cx="4080108" cy="152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88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2591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4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C80E488-8534-4743-924A-62CA17A7A192}"/>
              </a:ext>
            </a:extLst>
          </p:cNvPr>
          <p:cNvSpPr/>
          <p:nvPr userDrawn="1"/>
        </p:nvSpPr>
        <p:spPr>
          <a:xfrm>
            <a:off x="0" y="6407451"/>
            <a:ext cx="11736987" cy="450549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592915" y="1524000"/>
            <a:ext cx="10972801" cy="4724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/>
          <a:p>
            <a:r>
              <a:rPr lang="en-US"/>
              <a:t>Body copy Intel clear light 28 point</a:t>
            </a:r>
          </a:p>
          <a:p>
            <a:pPr lvl="1"/>
            <a:r>
              <a:rPr lang="en-US"/>
              <a:t>Sub Bullet one 24 point</a:t>
            </a:r>
          </a:p>
          <a:p>
            <a:pPr lvl="2"/>
            <a:r>
              <a:rPr lang="en-US"/>
              <a:t>Sub Bullet two 20 point</a:t>
            </a:r>
          </a:p>
          <a:p>
            <a:pPr lvl="3"/>
            <a:r>
              <a:rPr lang="en-US"/>
              <a:t>Sub Bullet three 18 point</a:t>
            </a:r>
          </a:p>
          <a:p>
            <a:pPr lvl="4"/>
            <a:r>
              <a:rPr lang="en-US"/>
              <a:t>Sub Bullet four 16 point</a:t>
            </a:r>
            <a:br>
              <a:rPr lang="en-US"/>
            </a:br>
            <a:endParaRPr lang="en-US"/>
          </a:p>
          <a:p>
            <a:pPr lvl="2"/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592916" y="571500"/>
            <a:ext cx="10972801" cy="883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/>
          <a:p>
            <a:r>
              <a:rPr lang="en-US"/>
              <a:t>40pt IntelOne Display Regular Text Goes Here</a:t>
            </a:r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33D527-2918-4752-A9A7-0BDBA010BB39}"/>
              </a:ext>
            </a:extLst>
          </p:cNvPr>
          <p:cNvSpPr/>
          <p:nvPr userDrawn="1"/>
        </p:nvSpPr>
        <p:spPr>
          <a:xfrm>
            <a:off x="5503530" y="6553173"/>
            <a:ext cx="1184940" cy="2314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000">
                <a:solidFill>
                  <a:schemeClr val="tx1"/>
                </a:solidFill>
                <a:latin typeface="IntelOne Display Medium" panose="020B0703020203020204" pitchFamily="34" charset="0"/>
              </a:rPr>
              <a:t>Intel Confidential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520E06-BF98-49FF-91DB-15EBE855DD9E}"/>
              </a:ext>
            </a:extLst>
          </p:cNvPr>
          <p:cNvSpPr txBox="1"/>
          <p:nvPr userDrawn="1"/>
        </p:nvSpPr>
        <p:spPr>
          <a:xfrm>
            <a:off x="11908632" y="6579173"/>
            <a:ext cx="128240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 err="1">
              <a:ln>
                <a:noFill/>
              </a:ln>
              <a:solidFill>
                <a:schemeClr val="tx2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  <p:pic>
        <p:nvPicPr>
          <p:cNvPr id="10" name="Image" descr="Image">
            <a:extLst>
              <a:ext uri="{FF2B5EF4-FFF2-40B4-BE49-F238E27FC236}">
                <a16:creationId xmlns:a16="http://schemas.microsoft.com/office/drawing/2014/main" id="{C6A53413-DBC6-A349-994F-CB2790ACF8D3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11151433" y="6543018"/>
            <a:ext cx="491250" cy="190501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0962C1B-21E4-40F4-808C-D25095B3E6DF}"/>
              </a:ext>
            </a:extLst>
          </p:cNvPr>
          <p:cNvSpPr/>
          <p:nvPr userDrawn="1"/>
        </p:nvSpPr>
        <p:spPr>
          <a:xfrm>
            <a:off x="592916" y="6553174"/>
            <a:ext cx="3513417" cy="18034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lvl="0" defTabSz="609600">
              <a:lnSpc>
                <a:spcPct val="100000"/>
              </a:lnSpc>
              <a:spcBef>
                <a:spcPts val="1200"/>
              </a:spcBef>
              <a:buFont typeface="Wingdings" pitchFamily="2" charset="2"/>
            </a:pPr>
            <a:r>
              <a:rPr lang="en-US" sz="1000" b="0">
                <a:solidFill>
                  <a:schemeClr val="tx1"/>
                </a:solidFill>
                <a:latin typeface="IntelOne Display Medium" panose="020B0703020203020204" pitchFamily="34" charset="0"/>
                <a:ea typeface="Intel Clear" panose="020B0604020203020204" pitchFamily="34" charset="0"/>
                <a:cs typeface="Intel Clear" panose="020B0604020203020204" pitchFamily="34" charset="0"/>
                <a:sym typeface="Helvetica"/>
              </a:rPr>
              <a:t>Platform &amp; System Engineering</a:t>
            </a:r>
          </a:p>
        </p:txBody>
      </p:sp>
    </p:spTree>
    <p:extLst>
      <p:ext uri="{BB962C8B-B14F-4D97-AF65-F5344CB8AC3E}">
        <p14:creationId xmlns:p14="http://schemas.microsoft.com/office/powerpoint/2010/main" val="349744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59" r:id="rId10"/>
    <p:sldLayoutId id="2147483860" r:id="rId11"/>
    <p:sldLayoutId id="2147483861" r:id="rId12"/>
    <p:sldLayoutId id="2147483865" r:id="rId13"/>
    <p:sldLayoutId id="2147483862" r:id="rId14"/>
    <p:sldLayoutId id="2147483863" r:id="rId15"/>
    <p:sldLayoutId id="2147483868" r:id="rId16"/>
    <p:sldLayoutId id="2147483869" r:id="rId17"/>
    <p:sldLayoutId id="2147483870" r:id="rId18"/>
    <p:sldLayoutId id="2147483871" r:id="rId19"/>
    <p:sldLayoutId id="2147483849" r:id="rId20"/>
    <p:sldLayoutId id="2147483851" r:id="rId21"/>
    <p:sldLayoutId id="2147483839" r:id="rId22"/>
    <p:sldLayoutId id="2147483840" r:id="rId23"/>
    <p:sldLayoutId id="2147483841" r:id="rId24"/>
    <p:sldLayoutId id="2147483842" r:id="rId25"/>
    <p:sldLayoutId id="2147483843" r:id="rId26"/>
    <p:sldLayoutId id="2147483844" r:id="rId27"/>
    <p:sldLayoutId id="2147483845" r:id="rId28"/>
    <p:sldLayoutId id="2147483846" r:id="rId29"/>
    <p:sldLayoutId id="2147483847" r:id="rId30"/>
    <p:sldLayoutId id="2147483914" r:id="rId31"/>
    <p:sldLayoutId id="2147483850" r:id="rId32"/>
    <p:sldLayoutId id="2147483761" r:id="rId33"/>
    <p:sldLayoutId id="2147483746" r:id="rId34"/>
    <p:sldLayoutId id="2147483769" r:id="rId35"/>
    <p:sldLayoutId id="2147483768" r:id="rId36"/>
    <p:sldLayoutId id="2147483770" r:id="rId37"/>
    <p:sldLayoutId id="2147483771" r:id="rId38"/>
    <p:sldLayoutId id="2147483858" r:id="rId39"/>
    <p:sldLayoutId id="2147483961" r:id="rId4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chemeClr val="tx2"/>
          </a:solidFill>
          <a:uFillTx/>
          <a:latin typeface="+mj-lt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1pPr>
      <a:lvl2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2pPr>
      <a:lvl3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3pPr>
      <a:lvl4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4pPr>
      <a:lvl5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5pPr>
      <a:lvl6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6pPr>
      <a:lvl7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7pPr>
      <a:lvl8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8pPr>
      <a:lvl9pPr marL="0" marR="0" indent="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1" i="0" u="none" strike="noStrike" cap="none" spc="0" baseline="0">
          <a:solidFill>
            <a:srgbClr val="535353"/>
          </a:solidFill>
          <a:uFillTx/>
          <a:latin typeface="Helvetica"/>
          <a:ea typeface="Helvetica"/>
          <a:cs typeface="Helvetica"/>
          <a:sym typeface="Helvetica"/>
        </a:defRPr>
      </a:lvl9pPr>
    </p:titleStyle>
    <p:bodyStyle>
      <a:lvl1pPr marL="228600" marR="0" indent="-228600" algn="l" defTabSz="60960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 typeface="Wingdings" pitchFamily="2" charset="2"/>
        <a:buChar char="§"/>
        <a:tabLst/>
        <a:defRPr sz="2800" b="0" i="0" u="none" strike="noStrike" cap="none" spc="0" baseline="0">
          <a:solidFill>
            <a:schemeClr val="tx2"/>
          </a:solidFill>
          <a:uFillTx/>
          <a:latin typeface="IntelOne Text" panose="020B0503020203020204" pitchFamily="34" charset="0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1pPr>
      <a:lvl2pPr marL="431800" marR="0" indent="-203200" algn="l" defTabSz="60960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sz="2400" b="0" i="0" u="none" strike="noStrike" cap="none" spc="0" baseline="0">
          <a:solidFill>
            <a:schemeClr val="tx2"/>
          </a:solidFill>
          <a:uFillTx/>
          <a:latin typeface="IntelOne Text" panose="020B0503020203020204" pitchFamily="34" charset="0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2pPr>
      <a:lvl3pPr marL="686594" marR="0" indent="-197644" algn="l" defTabSz="60960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chemeClr val="tx2"/>
          </a:solidFill>
          <a:uFillTx/>
          <a:latin typeface="IntelOne Text" panose="020B0503020203020204" pitchFamily="34" charset="0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3pPr>
      <a:lvl4pPr marL="919957" marR="0" indent="-228600" algn="l" defTabSz="60960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chemeClr val="tx2"/>
          </a:solidFill>
          <a:uFillTx/>
          <a:latin typeface="IntelOne Text" panose="020B0503020203020204" pitchFamily="34" charset="0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4pPr>
      <a:lvl5pPr marL="1148557" marR="0" indent="-228600" algn="l" defTabSz="609600" latinLnBrk="0">
        <a:lnSpc>
          <a:spcPct val="100000"/>
        </a:lnSpc>
        <a:spcBef>
          <a:spcPts val="12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sz="1600" b="0" i="0" u="none" strike="noStrike" cap="none" spc="0" baseline="0">
          <a:solidFill>
            <a:schemeClr val="tx2"/>
          </a:solidFill>
          <a:uFillTx/>
          <a:latin typeface="IntelOne Text" panose="020B0503020203020204" pitchFamily="34" charset="0"/>
          <a:ea typeface="Intel Clear Light" panose="020B0404020203020204" pitchFamily="34" charset="0"/>
          <a:cs typeface="Intel Clear Light" panose="020B0404020203020204" pitchFamily="34" charset="0"/>
          <a:sym typeface="Helvetica"/>
        </a:defRPr>
      </a:lvl5pPr>
      <a:lvl6pPr marL="0" marR="0" indent="57150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rgbClr val="5E5E5E"/>
          </a:solidFill>
          <a:uFillTx/>
          <a:latin typeface="Helvetica"/>
          <a:ea typeface="Helvetica"/>
          <a:cs typeface="Helvetica"/>
          <a:sym typeface="Helvetica"/>
        </a:defRPr>
      </a:lvl6pPr>
      <a:lvl7pPr marL="0" marR="0" indent="68580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rgbClr val="5E5E5E"/>
          </a:solidFill>
          <a:uFillTx/>
          <a:latin typeface="Helvetica"/>
          <a:ea typeface="Helvetica"/>
          <a:cs typeface="Helvetica"/>
          <a:sym typeface="Helvetica"/>
        </a:defRPr>
      </a:lvl7pPr>
      <a:lvl8pPr marL="0" marR="0" indent="80010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rgbClr val="5E5E5E"/>
          </a:solidFill>
          <a:uFillTx/>
          <a:latin typeface="Helvetica"/>
          <a:ea typeface="Helvetica"/>
          <a:cs typeface="Helvetica"/>
          <a:sym typeface="Helvetica"/>
        </a:defRPr>
      </a:lvl8pPr>
      <a:lvl9pPr marL="0" marR="0" indent="914400" algn="l" defTabSz="6096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rgbClr val="5E5E5E"/>
          </a:solidFill>
          <a:uFillTx/>
          <a:latin typeface="Helvetica"/>
          <a:ea typeface="Helvetica"/>
          <a:cs typeface="Helvetica"/>
          <a:sym typeface="Helvetica"/>
        </a:defRPr>
      </a:lvl9pPr>
    </p:bodyStyle>
    <p:otherStyle>
      <a:lvl1pPr marL="0" marR="0" indent="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1pPr>
      <a:lvl2pPr marL="0" marR="0" indent="2286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2pPr>
      <a:lvl3pPr marL="0" marR="0" indent="4572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3pPr>
      <a:lvl4pPr marL="0" marR="0" indent="6858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4pPr>
      <a:lvl5pPr marL="0" marR="0" indent="9144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5pPr>
      <a:lvl6pPr marL="0" marR="0" indent="11430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6pPr>
      <a:lvl7pPr marL="0" marR="0" indent="13716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7pPr>
      <a:lvl8pPr marL="0" marR="0" indent="16002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8pPr>
      <a:lvl9pPr marL="0" marR="0" indent="1828800" algn="r" defTabSz="6096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ntel Clear"/>
        </a:defRPr>
      </a:lvl9pPr>
    </p:otherStyle>
  </p:txStyles>
  <p:extLst>
    <p:ext uri="{27BBF7A9-308A-43DC-89C8-2F10F3537804}">
      <p15:sldGuideLst xmlns:p15="http://schemas.microsoft.com/office/powerpoint/2012/main">
        <p15:guide id="3" pos="729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9F4BE2-8E4A-4003-B816-9E34781F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9643" y="2669402"/>
            <a:ext cx="9991725" cy="1981014"/>
          </a:xfrm>
        </p:spPr>
        <p:txBody>
          <a:bodyPr/>
          <a:lstStyle/>
          <a:p>
            <a:r>
              <a:rPr lang="en-US"/>
              <a:t>DHE Product Execution Forum</a:t>
            </a:r>
            <a:br>
              <a:rPr lang="en-US"/>
            </a:b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BEAF9F9-E88D-44A4-A1B6-BAA2E532B65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002517" y="4984762"/>
            <a:ext cx="9991726" cy="1172197"/>
          </a:xfrm>
        </p:spPr>
        <p:txBody>
          <a:bodyPr>
            <a:normAutofit/>
          </a:bodyPr>
          <a:lstStyle/>
          <a:p>
            <a:r>
              <a:rPr lang="en-US" altLang="zh-CN"/>
              <a:t>DMR</a:t>
            </a:r>
            <a:r>
              <a:rPr lang="en-US"/>
              <a:t>-16</a:t>
            </a:r>
            <a:r>
              <a:rPr lang="en-US" altLang="zh-CN"/>
              <a:t>ch</a:t>
            </a:r>
            <a:endParaRPr lang="en-US" dirty="0"/>
          </a:p>
          <a:p>
            <a:r>
              <a:rPr lang="en-US" dirty="0"/>
              <a:t>WW00'00</a:t>
            </a:r>
          </a:p>
        </p:txBody>
      </p:sp>
    </p:spTree>
    <p:extLst>
      <p:ext uri="{BB962C8B-B14F-4D97-AF65-F5344CB8AC3E}">
        <p14:creationId xmlns:p14="http://schemas.microsoft.com/office/powerpoint/2010/main" val="220814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22A7-8663-0743-3DC1-A3999E913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color_grading_key">
            <a:extLst>
              <a:ext uri="{FF2B5EF4-FFF2-40B4-BE49-F238E27FC236}">
                <a16:creationId xmlns:a16="http://schemas.microsoft.com/office/drawing/2014/main" id="{1CBE6BDE-684F-92BE-D371-97B4DD650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2619813"/>
              </p:ext>
            </p:extLst>
          </p:nvPr>
        </p:nvGraphicFramePr>
        <p:xfrm>
          <a:off x="8458200" y="164592"/>
          <a:ext cx="3364992" cy="786384"/>
        </p:xfrm>
        <a:graphic>
          <a:graphicData uri="http://schemas.openxmlformats.org/drawingml/2006/table">
            <a:tbl>
              <a:tblPr/>
              <a:tblGrid>
                <a:gridCol w="521374">
                  <a:extLst>
                    <a:ext uri="{9D8B030D-6E8A-4147-A177-3AD203B41FA5}">
                      <a16:colId xmlns:a16="http://schemas.microsoft.com/office/drawing/2014/main" val="1042101967"/>
                    </a:ext>
                  </a:extLst>
                </a:gridCol>
                <a:gridCol w="521374">
                  <a:extLst>
                    <a:ext uri="{9D8B030D-6E8A-4147-A177-3AD203B41FA5}">
                      <a16:colId xmlns:a16="http://schemas.microsoft.com/office/drawing/2014/main" val="3774465258"/>
                    </a:ext>
                  </a:extLst>
                </a:gridCol>
                <a:gridCol w="521374">
                  <a:extLst>
                    <a:ext uri="{9D8B030D-6E8A-4147-A177-3AD203B41FA5}">
                      <a16:colId xmlns:a16="http://schemas.microsoft.com/office/drawing/2014/main" val="4207536013"/>
                    </a:ext>
                  </a:extLst>
                </a:gridCol>
                <a:gridCol w="521374">
                  <a:extLst>
                    <a:ext uri="{9D8B030D-6E8A-4147-A177-3AD203B41FA5}">
                      <a16:colId xmlns:a16="http://schemas.microsoft.com/office/drawing/2014/main" val="999270312"/>
                    </a:ext>
                  </a:extLst>
                </a:gridCol>
                <a:gridCol w="521374">
                  <a:extLst>
                    <a:ext uri="{9D8B030D-6E8A-4147-A177-3AD203B41FA5}">
                      <a16:colId xmlns:a16="http://schemas.microsoft.com/office/drawing/2014/main" val="704261440"/>
                    </a:ext>
                  </a:extLst>
                </a:gridCol>
              </a:tblGrid>
              <a:tr h="106115">
                <a:tc gridSpan="5">
                  <a:txBody>
                    <a:bodyPr/>
                    <a:lstStyle/>
                    <a:p>
                      <a:pPr algn="ctr" fontAlgn="b"/>
                      <a:r>
                        <a:rPr lang="en-US" sz="600" b="0" i="0" u="none" strike="noStrike">
                          <a:solidFill>
                            <a:srgbClr val="FFFFFF"/>
                          </a:solidFill>
                          <a:effectLst/>
                          <a:highlight>
                            <a:srgbClr val="0070C0"/>
                          </a:highlight>
                          <a:latin typeface="Calibri" panose="020B0604020203020204" pitchFamily="34" charset="0"/>
                        </a:rPr>
                        <a:t>Color Grading Key</a:t>
                      </a:r>
                    </a:p>
                  </a:txBody>
                  <a:tcPr marL="18288" marR="18288" marT="4572" marB="4572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8288" marR="18288" marT="4572" marB="457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8288" marR="18288" marT="4572" marB="457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8288" marR="18288" marT="4572" marB="457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8288" marR="18288" marT="4572" marB="4572"/>
                </a:tc>
                <a:extLst>
                  <a:ext uri="{0D108BD9-81ED-4DB2-BD59-A6C34878D82A}">
                    <a16:rowId xmlns:a16="http://schemas.microsoft.com/office/drawing/2014/main" val="1690397624"/>
                  </a:ext>
                </a:extLst>
              </a:tr>
              <a:tr h="13328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Calibri" panose="020B0604020203020204" pitchFamily="34" charset="0"/>
                        </a:rPr>
                        <a:t>All Deliverables Completed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92D050"/>
                          </a:highlight>
                          <a:latin typeface="Calibri" panose="020B0604020203020204" pitchFamily="34" charset="0"/>
                        </a:rPr>
                        <a:t>On Track w/ No Issues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B0604020203020204" pitchFamily="34" charset="0"/>
                        </a:rPr>
                        <a:t>On Track w/ Approved Mitigation Plan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C000"/>
                          </a:highlight>
                          <a:latin typeface="Calibri" panose="020B0604020203020204" pitchFamily="34" charset="0"/>
                        </a:rPr>
                        <a:t>Platform at Risk Mitigation Plan WIP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FFFFFF"/>
                          </a:solidFill>
                          <a:effectLst/>
                          <a:highlight>
                            <a:srgbClr val="FF0000"/>
                          </a:highlight>
                          <a:latin typeface="Calibri" panose="020B0604020203020204" pitchFamily="34" charset="0"/>
                        </a:rPr>
                        <a:t>Critical Issue(s) w/ NO Mitigation Plan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702291"/>
                  </a:ext>
                </a:extLst>
              </a:tr>
              <a:tr h="862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Calibri" panose="020B0604030504040204" pitchFamily="34" charset="0"/>
                        </a:rPr>
                        <a:t>Done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92D050"/>
                          </a:highlight>
                          <a:latin typeface="Calibri" panose="020B0604030504040204" pitchFamily="34" charset="0"/>
                        </a:rPr>
                        <a:t>On Track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B0604030504040204" pitchFamily="34" charset="0"/>
                        </a:rPr>
                        <a:t>On Track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C000"/>
                          </a:highlight>
                          <a:latin typeface="Calibri" panose="020B0604030504040204" pitchFamily="34" charset="0"/>
                        </a:rPr>
                        <a:t>At Risk 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FFFFFF"/>
                          </a:solidFill>
                          <a:effectLst/>
                          <a:highlight>
                            <a:srgbClr val="FF0000"/>
                          </a:highlight>
                          <a:latin typeface="Calibri" panose="020B0604030504040204" pitchFamily="34" charset="0"/>
                        </a:rPr>
                        <a:t>Blocked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7658916"/>
                  </a:ext>
                </a:extLst>
              </a:tr>
              <a:tr h="862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Calibri" panose="020B0604030504040204" pitchFamily="34" charset="0"/>
                        </a:rPr>
                        <a:t>Done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92D050"/>
                          </a:highlight>
                          <a:latin typeface="Calibri" panose="020B0604030504040204" pitchFamily="34" charset="0"/>
                        </a:rPr>
                        <a:t>G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B0604030504040204" pitchFamily="34" charset="0"/>
                        </a:rPr>
                        <a:t>Y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C000"/>
                          </a:highlight>
                          <a:latin typeface="Calibri" panose="020B0604030504040204" pitchFamily="34" charset="0"/>
                        </a:rPr>
                        <a:t>O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FFFFFF"/>
                          </a:solidFill>
                          <a:effectLst/>
                          <a:highlight>
                            <a:srgbClr val="FF0000"/>
                          </a:highlight>
                          <a:latin typeface="Calibri" panose="020B0604030504040204" pitchFamily="34" charset="0"/>
                        </a:rPr>
                        <a:t>R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533546"/>
                  </a:ext>
                </a:extLst>
              </a:tr>
              <a:tr h="8624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Calibri" panose="020B0604030504040204" pitchFamily="34" charset="0"/>
                        </a:rPr>
                        <a:t>No Help Needed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92D050"/>
                          </a:highlight>
                          <a:latin typeface="Calibri" panose="020B0604030504040204" pitchFamily="34" charset="0"/>
                        </a:rPr>
                        <a:t>No Help Needed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B0604030504040204" pitchFamily="34" charset="0"/>
                        </a:rPr>
                        <a:t>No Help Needed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C000"/>
                          </a:highlight>
                          <a:latin typeface="Calibri" panose="020B0604030504040204" pitchFamily="34" charset="0"/>
                        </a:rPr>
                        <a:t>Might Need Help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0" i="0" u="none" strike="noStrike">
                          <a:solidFill>
                            <a:srgbClr val="FFFFFF"/>
                          </a:solidFill>
                          <a:effectLst/>
                          <a:highlight>
                            <a:srgbClr val="FF0000"/>
                          </a:highlight>
                          <a:latin typeface="Calibri" panose="020B0604030504040204" pitchFamily="34" charset="0"/>
                        </a:rPr>
                        <a:t>Help Needed!!</a:t>
                      </a:r>
                    </a:p>
                  </a:txBody>
                  <a:tcPr marL="18288" marR="18288" marT="4572" marB="45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983636"/>
                  </a:ext>
                </a:extLst>
              </a:tr>
            </a:tbl>
          </a:graphicData>
        </a:graphic>
      </p:graphicFrame>
      <p:sp>
        <p:nvSpPr>
          <p:cNvPr id="21" name="dashboard_title"/>
          <p:cNvSpPr txBox="1"/>
          <p:nvPr/>
        </p:nvSpPr>
        <p:spPr>
          <a:xfrm>
            <a:off x="347472" y="164592"/>
            <a:ext cx="7909560" cy="530352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2500" b="0">
                <a:solidFill>
                  <a:srgbClr val="18617D"/>
                </a:solidFill>
                <a:latin typeface="Calibri"/>
              </a:rPr>
              <a:t>DMR-16ch | Platform Dashboard - WW00'00</a:t>
            </a:r>
          </a:p>
        </p:txBody>
      </p:sp>
      <p:sp>
        <p:nvSpPr>
          <p:cNvPr id="22" name="review_context"/>
          <p:cNvSpPr txBox="1"/>
          <p:nvPr/>
        </p:nvSpPr>
        <p:spPr>
          <a:xfrm>
            <a:off x="365760" y="676656"/>
            <a:ext cx="7680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536269"/>
                </a:solidFill>
                <a:latin typeface="Calibri"/>
              </a:rPr>
              <a:t>MRC / Executive Summary</a:t>
            </a:r>
          </a:p>
        </p:txBody>
      </p:sp>
      <p:sp>
        <p:nvSpPr>
          <p:cNvPr id="23" name="header_divider"/>
          <p:cNvSpPr/>
          <p:nvPr/>
        </p:nvSpPr>
        <p:spPr>
          <a:xfrm>
            <a:off x="365760" y="1069848"/>
            <a:ext cx="11457432" cy="13716"/>
          </a:xfrm>
          <a:prstGeom prst="rect">
            <a:avLst/>
          </a:prstGeom>
          <a:solidFill>
            <a:srgbClr val="186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ighlights_heading"/>
          <p:cNvSpPr txBox="1"/>
          <p:nvPr/>
        </p:nvSpPr>
        <p:spPr>
          <a:xfrm>
            <a:off x="365760" y="1252728"/>
            <a:ext cx="763524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 b="1">
                <a:solidFill>
                  <a:srgbClr val="18617D"/>
                </a:solidFill>
                <a:latin typeface="Calibri"/>
              </a:rPr>
              <a:t>Highlights</a:t>
            </a:r>
          </a:p>
        </p:txBody>
      </p:sp>
      <p:sp>
        <p:nvSpPr>
          <p:cNvPr id="25" name="highlights"/>
          <p:cNvSpPr txBox="1"/>
          <p:nvPr/>
        </p:nvSpPr>
        <p:spPr>
          <a:xfrm>
            <a:off x="365760" y="1691640"/>
            <a:ext cx="763524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43238"/>
                </a:solidFill>
                <a:latin typeface="Calibri"/>
              </a:rPr>
              <a:t>[Key achievement or completed deliverable]  Details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43238"/>
                </a:solidFill>
                <a:latin typeface="Calibri"/>
              </a:rPr>
              <a:t>[Material change or milestone progress this week]  Details</a:t>
            </a:r>
          </a:p>
        </p:txBody>
      </p:sp>
      <p:sp>
        <p:nvSpPr>
          <p:cNvPr id="26" name="group_updates_heading"/>
          <p:cNvSpPr txBox="1"/>
          <p:nvPr/>
        </p:nvSpPr>
        <p:spPr>
          <a:xfrm>
            <a:off x="365760" y="2834640"/>
            <a:ext cx="76352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 b="1">
                <a:solidFill>
                  <a:srgbClr val="18617D"/>
                </a:solidFill>
                <a:latin typeface="Calibri"/>
              </a:rPr>
              <a:t>Priority Updates by Engineering Group</a:t>
            </a:r>
          </a:p>
        </p:txBody>
      </p:sp>
      <p:sp>
        <p:nvSpPr>
          <p:cNvPr id="27" name="group_updates"/>
          <p:cNvSpPr txBox="1"/>
          <p:nvPr/>
        </p:nvSpPr>
        <p:spPr>
          <a:xfrm>
            <a:off x="365760" y="3291840"/>
            <a:ext cx="7635240" cy="2816352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1">
                <a:solidFill>
                  <a:srgbClr val="243238"/>
                </a:solidFill>
                <a:latin typeface="Calibri"/>
              </a:rPr>
              <a:t>[Engineering group / domain]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43238"/>
                </a:solidFill>
                <a:latin typeface="Calibri"/>
              </a:rPr>
              <a:t>[Issue or change; impact; documented mitigation or support needed]  Details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1">
                <a:solidFill>
                  <a:srgbClr val="243238"/>
                </a:solidFill>
                <a:latin typeface="Calibri"/>
              </a:rPr>
              <a:t>[Engineering group / domain]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243238"/>
                </a:solidFill>
                <a:latin typeface="Calibri"/>
              </a:rPr>
              <a:t>[Issue or change; impact; documented mitigation or support needed]  Details</a:t>
            </a:r>
          </a:p>
        </p:txBody>
      </p:sp>
      <p:sp>
        <p:nvSpPr>
          <p:cNvPr id="28" name="milestones_heading"/>
          <p:cNvSpPr txBox="1"/>
          <p:nvPr/>
        </p:nvSpPr>
        <p:spPr>
          <a:xfrm>
            <a:off x="8266175" y="1252728"/>
            <a:ext cx="3557016" cy="292608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 b="1">
                <a:solidFill>
                  <a:srgbClr val="18617D"/>
                </a:solidFill>
                <a:latin typeface="Calibri"/>
              </a:rPr>
              <a:t>Key Milestones</a:t>
            </a:r>
          </a:p>
        </p:txBody>
      </p:sp>
      <p:graphicFrame>
        <p:nvGraphicFramePr>
          <p:cNvPr id="29" name="milestone_table"/>
          <p:cNvGraphicFramePr>
            <a:graphicFrameLocks noGrp="1"/>
          </p:cNvGraphicFramePr>
          <p:nvPr/>
        </p:nvGraphicFramePr>
        <p:xfrm>
          <a:off x="8266175" y="1691640"/>
          <a:ext cx="3557016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032"/>
                <a:gridCol w="932688"/>
                <a:gridCol w="1225296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73152" marR="73152" marT="54864" marB="54864" anchor="ctr">
                    <a:solidFill>
                      <a:srgbClr val="1861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Drive To</a:t>
                      </a:r>
                    </a:p>
                  </a:txBody>
                  <a:tcPr marL="73152" marR="73152" marT="54864" marB="54864" anchor="ctr">
                    <a:solidFill>
                      <a:srgbClr val="1861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Trend / Actual</a:t>
                      </a:r>
                    </a:p>
                  </a:txBody>
                  <a:tcPr marL="73152" marR="73152" marT="54864" marB="54864" anchor="ctr">
                    <a:solidFill>
                      <a:srgbClr val="18617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[Milestone]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[Target]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[Forecast / actual]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[Milestone]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[Target]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[Forecast / actual]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[Milestone]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[Target]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[Forecast / actual]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[Milestone]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[Target]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[Forecast / actual]</a:t>
                      </a:r>
                    </a:p>
                  </a:txBody>
                  <a:tcPr marL="73152" marR="73152" marT="54864" marB="54864" anchor="ctr">
                    <a:solidFill>
                      <a:srgbClr val="F6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[Milestone]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[Target]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36269"/>
                          </a:solidFill>
                          <a:latin typeface="Calibri"/>
                        </a:rPr>
                        <a:t>[Forecast / actual]</a:t>
                      </a:r>
                    </a:p>
                  </a:txBody>
                  <a:tcPr marL="73152" marR="73152" marT="54864" marB="54864" anchor="ctr">
                    <a:solidFill>
                      <a:srgbClr val="E9EEF0"/>
                    </a:solidFill>
                  </a:tcPr>
                </a:tc>
              </a:tr>
            </a:tbl>
          </a:graphicData>
        </a:graphic>
      </p:graphicFrame>
      <p:sp>
        <p:nvSpPr>
          <p:cNvPr id="30" name="source_workbook_link"/>
          <p:cNvSpPr txBox="1"/>
          <p:nvPr/>
        </p:nvSpPr>
        <p:spPr>
          <a:xfrm>
            <a:off x="8266175" y="6080760"/>
            <a:ext cx="3557016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24758E"/>
                </a:solidFill>
                <a:latin typeface="Calibri"/>
              </a:rPr>
              <a:t>Source Excel (link pending)</a:t>
            </a:r>
          </a:p>
        </p:txBody>
      </p:sp>
    </p:spTree>
    <p:extLst>
      <p:ext uri="{BB962C8B-B14F-4D97-AF65-F5344CB8AC3E}">
        <p14:creationId xmlns:p14="http://schemas.microsoft.com/office/powerpoint/2010/main" val="1205424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tails_body">
            <a:extLst>
              <a:ext uri="{FF2B5EF4-FFF2-40B4-BE49-F238E27FC236}">
                <a16:creationId xmlns:a16="http://schemas.microsoft.com/office/drawing/2014/main" id="{AA60A97D-29FC-D4CB-4AA1-1DDB5203BBF7}"/>
              </a:ext>
            </a:extLst>
          </p:cNvPr>
          <p:cNvSpPr txBox="1"/>
          <p:nvPr/>
        </p:nvSpPr>
        <p:spPr>
          <a:xfrm>
            <a:off x="511981" y="85252"/>
            <a:ext cx="11205886" cy="6264748"/>
          </a:xfrm>
          <a:prstGeom prst="rect">
            <a:avLst/>
          </a:prstGeom>
          <a:noFill/>
          <a:ln w="28575">
            <a:solidFill>
              <a:srgbClr val="C98F00"/>
            </a:solidFill>
          </a:ln>
        </p:spPr>
        <p:txBody>
          <a:bodyPr wrap="square" lIns="91440" tIns="45720" rIns="91440" bIns="45720" rtlCol="0" anchor="t">
            <a:noAutofit/>
          </a:bodyPr>
          <a:lstStyle/>
          <a:p>
            <a:r>
              <a:rPr sz="1400">
                <a:solidFill>
                  <a:srgbClr val="243238"/>
                </a:solidFill>
                <a:latin typeface="Calibri"/>
              </a:rPr>
              <a:t>[Engineering group / domain]</a:t>
            </a:r>
          </a:p>
          <a:p>
            <a:r>
              <a:rPr sz="1400">
                <a:solidFill>
                  <a:srgbClr val="243238"/>
                </a:solidFill>
                <a:latin typeface="Calibri"/>
              </a:rPr>
              <a:t>[Current-week supporting facts and documented actions]</a:t>
            </a:r>
          </a:p>
          <a:p>
            <a:r>
              <a:rPr sz="1400">
                <a:solidFill>
                  <a:srgbClr val="243238"/>
                </a:solidFill>
                <a:latin typeface="Calibri"/>
              </a:rPr>
              <a:t>[Source worksheet and cell reference / Details link]</a:t>
            </a:r>
          </a:p>
        </p:txBody>
      </p:sp>
    </p:spTree>
    <p:extLst>
      <p:ext uri="{BB962C8B-B14F-4D97-AF65-F5344CB8AC3E}">
        <p14:creationId xmlns:p14="http://schemas.microsoft.com/office/powerpoint/2010/main" val="3278280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PEA Blue">
  <a:themeElements>
    <a:clrScheme name="Custom 1">
      <a:dk1>
        <a:srgbClr val="FFFFFF"/>
      </a:dk1>
      <a:lt1>
        <a:srgbClr val="000000"/>
      </a:lt1>
      <a:dk2>
        <a:srgbClr val="525252"/>
      </a:dk2>
      <a:lt2>
        <a:srgbClr val="004A86"/>
      </a:lt2>
      <a:accent1>
        <a:srgbClr val="0068B5"/>
      </a:accent1>
      <a:accent2>
        <a:srgbClr val="00C7FD"/>
      </a:accent2>
      <a:accent3>
        <a:srgbClr val="F6CB4B"/>
      </a:accent3>
      <a:accent4>
        <a:srgbClr val="D96930"/>
      </a:accent4>
      <a:accent5>
        <a:srgbClr val="8F5DA2"/>
      </a:accent5>
      <a:accent6>
        <a:srgbClr val="8BAE46"/>
      </a:accent6>
      <a:hlink>
        <a:srgbClr val="0068B5"/>
      </a:hlink>
      <a:folHlink>
        <a:srgbClr val="0068B5"/>
      </a:folHlink>
    </a:clrScheme>
    <a:fontScheme name="Custom 2">
      <a:majorFont>
        <a:latin typeface="IntelOne Display Regular"/>
        <a:ea typeface="Helvetica Neue"/>
        <a:cs typeface="Helvetica Neue"/>
      </a:majorFont>
      <a:minorFont>
        <a:latin typeface="Intel Clear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none" lIns="0" tIns="0" rIns="0" bIns="0" numCol="1" spcCol="38100" rtlCol="0" anchor="t" anchorCtr="0">
        <a:spAutoFit/>
      </a:bodyPr>
      <a:lstStyle>
        <a:defPPr marL="0" marR="0" indent="0" algn="l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b="0" i="0" u="none" strike="noStrike" cap="none" spc="0" normalizeH="0" baseline="0" dirty="0" err="1" smtClean="0">
            <a:ln>
              <a:noFill/>
            </a:ln>
            <a:solidFill>
              <a:schemeClr val="tx2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024C1D6F1D348851BE254566AE71E" ma:contentTypeVersion="12" ma:contentTypeDescription="Create a new document." ma:contentTypeScope="" ma:versionID="8c03b5b63be3d4602ebd5088aec6bdb3">
  <xsd:schema xmlns:xsd="http://www.w3.org/2001/XMLSchema" xmlns:xs="http://www.w3.org/2001/XMLSchema" xmlns:p="http://schemas.microsoft.com/office/2006/metadata/properties" xmlns:ns2="c8d2899a-522b-4133-a995-d5f5a6478bda" xmlns:ns3="2ff76fbf-12b9-4337-ad3b-122e2d975ade" targetNamespace="http://schemas.microsoft.com/office/2006/metadata/properties" ma:root="true" ma:fieldsID="3942afe12d28b3e6db749c3dcbe1cf3d" ns2:_="" ns3:_="">
    <xsd:import namespace="c8d2899a-522b-4133-a995-d5f5a6478bda"/>
    <xsd:import namespace="2ff76fbf-12b9-4337-ad3b-122e2d975a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Desc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d2899a-522b-4133-a995-d5f5a6478b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esc" ma:index="12" ma:displayName="Desc" ma:format="Dropdown" ma:internalName="Desc">
      <xsd:simpleType>
        <xsd:restriction base="dms:Note">
          <xsd:maxLength value="255"/>
        </xsd:restriction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f76fbf-12b9-4337-ad3b-122e2d975ad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ff76fbf-12b9-4337-ad3b-122e2d975ade">
      <UserInfo>
        <DisplayName>Gore, Sarah M</DisplayName>
        <AccountId>30</AccountId>
        <AccountType/>
      </UserInfo>
      <UserInfo>
        <DisplayName>Li, Sensen</DisplayName>
        <AccountId>106</AccountId>
        <AccountType/>
      </UserInfo>
    </SharedWithUsers>
    <Desc xmlns="c8d2899a-522b-4133-a995-d5f5a6478bda">DHE</Desc>
  </documentManagement>
</p:properties>
</file>

<file path=customXml/itemProps1.xml><?xml version="1.0" encoding="utf-8"?>
<ds:datastoreItem xmlns:ds="http://schemas.openxmlformats.org/officeDocument/2006/customXml" ds:itemID="{7C6D98AE-628E-4ACA-93F9-C5B003A1690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8AC3408-EB4D-4BEB-BC7F-1585E84A7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d2899a-522b-4133-a995-d5f5a6478bda"/>
    <ds:schemaRef ds:uri="2ff76fbf-12b9-4337-ad3b-122e2d975a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54F054-72F1-4A43-A973-9DE9EE637AB3}">
  <ds:schemaRefs>
    <ds:schemaRef ds:uri="2ff76fbf-12b9-4337-ad3b-122e2d975ade"/>
    <ds:schemaRef ds:uri="c8d2899a-522b-4133-a995-d5f5a6478b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9410587-2dbf-4cbf-9a99-5d54386da03f}" enabled="1" method="Privileged" siteId="{46c98d88-e344-4ed4-8496-4ed7712e255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965</Words>
  <Application>Microsoft Office PowerPoint</Application>
  <PresentationFormat>Widescreen</PresentationFormat>
  <Paragraphs>70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5" baseType="lpstr">
      <vt:lpstr>Helvetica Neue</vt:lpstr>
      <vt:lpstr>Helvetica Neue Medium</vt:lpstr>
      <vt:lpstr>Arial</vt:lpstr>
      <vt:lpstr>Calibri</vt:lpstr>
      <vt:lpstr>Helvetica</vt:lpstr>
      <vt:lpstr>Intel Clear</vt:lpstr>
      <vt:lpstr>IntelOne Display Medium</vt:lpstr>
      <vt:lpstr>IntelOne Display Regular</vt:lpstr>
      <vt:lpstr>IntelOne Text</vt:lpstr>
      <vt:lpstr>Tahoma</vt:lpstr>
      <vt:lpstr>Wingdings</vt:lpstr>
      <vt:lpstr>DPEA Blue</vt:lpstr>
      <vt:lpstr>DHE Product Execution Forum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Nelly.Carrillo@intel.com</dc:creator>
  <cp:keywords>CTPClassification=CTP_NT</cp:keywords>
  <cp:lastModifiedBy>Li, JianwenX</cp:lastModifiedBy>
  <cp:revision>11</cp:revision>
  <dcterms:modified xsi:type="dcterms:W3CDTF">2026-10-20T03:21:04Z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974286d5-b26c-40f6-9830-fcc1aeb0e2a3</vt:lpwstr>
  </property>
  <property fmtid="{D5CDD505-2E9C-101B-9397-08002B2CF9AE}" pid="3" name="CTP_TimeStamp">
    <vt:lpwstr>2020-08-18 17:58:45Z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0x010100513024C1D6F1D348851BE254566AE71E</vt:lpwstr>
  </property>
  <property fmtid="{D5CDD505-2E9C-101B-9397-08002B2CF9AE}" pid="9" name="MediaServiceImageTags">
    <vt:lpwstr/>
  </property>
</Properties>
</file>